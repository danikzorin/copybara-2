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58" y="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A7665-86B9-4466-AD30-A2ABCBD0127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E96A309-1405-4705-8E24-E194FA125669}">
      <dgm:prSet phldrT="[Текст]"/>
      <dgm:spPr/>
      <dgm:t>
        <a:bodyPr/>
        <a:lstStyle/>
        <a:p>
          <a:r>
            <a:rPr lang="ru-RU" dirty="0"/>
            <a:t>Функциональные требования</a:t>
          </a:r>
        </a:p>
      </dgm:t>
    </dgm:pt>
    <dgm:pt modelId="{CB8F9041-21BC-420C-AB0C-B7BA6EC4E734}" type="parTrans" cxnId="{06D2F744-48C2-4F53-B8A7-FB8D130D6624}">
      <dgm:prSet/>
      <dgm:spPr/>
      <dgm:t>
        <a:bodyPr/>
        <a:lstStyle/>
        <a:p>
          <a:endParaRPr lang="ru-RU"/>
        </a:p>
      </dgm:t>
    </dgm:pt>
    <dgm:pt modelId="{FEF363D7-D7AC-4413-A368-054C599A7B0B}" type="sibTrans" cxnId="{06D2F744-48C2-4F53-B8A7-FB8D130D6624}">
      <dgm:prSet/>
      <dgm:spPr/>
      <dgm:t>
        <a:bodyPr/>
        <a:lstStyle/>
        <a:p>
          <a:endParaRPr lang="ru-RU"/>
        </a:p>
      </dgm:t>
    </dgm:pt>
    <dgm:pt modelId="{1EF1CCF4-AB05-4BFA-BC0C-B83E4D576861}">
      <dgm:prSet phldrT="[Текст]"/>
      <dgm:spPr/>
      <dgm:t>
        <a:bodyPr/>
        <a:lstStyle/>
        <a:p>
          <a:r>
            <a:rPr lang="ru-RU" dirty="0"/>
            <a:t>Нефункциональные требования</a:t>
          </a:r>
        </a:p>
      </dgm:t>
    </dgm:pt>
    <dgm:pt modelId="{6E8BCF7B-4D33-4A48-914A-9BF2AAB1AC75}" type="parTrans" cxnId="{B7B44E80-EA27-4175-9767-E574EDF2C7B5}">
      <dgm:prSet/>
      <dgm:spPr/>
      <dgm:t>
        <a:bodyPr/>
        <a:lstStyle/>
        <a:p>
          <a:endParaRPr lang="ru-RU"/>
        </a:p>
      </dgm:t>
    </dgm:pt>
    <dgm:pt modelId="{2F6A9EAA-7ED6-472E-B5B0-851119B39FF7}" type="sibTrans" cxnId="{B7B44E80-EA27-4175-9767-E574EDF2C7B5}">
      <dgm:prSet/>
      <dgm:spPr/>
      <dgm:t>
        <a:bodyPr/>
        <a:lstStyle/>
        <a:p>
          <a:endParaRPr lang="ru-RU"/>
        </a:p>
      </dgm:t>
    </dgm:pt>
    <dgm:pt modelId="{CF1E5C38-8BD1-4773-ABDC-C756F4E3ECF5}">
      <dgm:prSet/>
      <dgm:spPr/>
      <dgm:t>
        <a:bodyPr/>
        <a:lstStyle/>
        <a:p>
          <a:r>
            <a:rPr lang="ru-RU" dirty="0"/>
            <a:t>Аутентификация пользователей</a:t>
          </a:r>
        </a:p>
      </dgm:t>
    </dgm:pt>
    <dgm:pt modelId="{FE4F4655-1816-4908-A4C1-12D0C39FE8BA}" type="parTrans" cxnId="{1CC39958-976C-4F6D-90FB-9A3D1D770121}">
      <dgm:prSet/>
      <dgm:spPr/>
      <dgm:t>
        <a:bodyPr/>
        <a:lstStyle/>
        <a:p>
          <a:endParaRPr lang="ru-RU"/>
        </a:p>
      </dgm:t>
    </dgm:pt>
    <dgm:pt modelId="{C49D2A4C-F6FE-4CC9-98E4-A23CCE8C74E7}" type="sibTrans" cxnId="{1CC39958-976C-4F6D-90FB-9A3D1D770121}">
      <dgm:prSet/>
      <dgm:spPr/>
      <dgm:t>
        <a:bodyPr/>
        <a:lstStyle/>
        <a:p>
          <a:endParaRPr lang="ru-RU"/>
        </a:p>
      </dgm:t>
    </dgm:pt>
    <dgm:pt modelId="{AE8CC722-7DC5-406B-B129-90DE3AD38DEB}">
      <dgm:prSet/>
      <dgm:spPr/>
      <dgm:t>
        <a:bodyPr/>
        <a:lstStyle/>
        <a:p>
          <a:r>
            <a:rPr lang="en-US" dirty="0"/>
            <a:t>CRUD </a:t>
          </a:r>
          <a:r>
            <a:rPr lang="ru-RU" dirty="0"/>
            <a:t>операции с мастерскими, мастерами, автомобилями, заказами</a:t>
          </a:r>
        </a:p>
      </dgm:t>
    </dgm:pt>
    <dgm:pt modelId="{85A15B4C-8677-4D32-8774-F6BE8B98D45E}" type="parTrans" cxnId="{7AC58093-34F5-484D-959C-E62464B320A7}">
      <dgm:prSet/>
      <dgm:spPr/>
      <dgm:t>
        <a:bodyPr/>
        <a:lstStyle/>
        <a:p>
          <a:endParaRPr lang="ru-RU"/>
        </a:p>
      </dgm:t>
    </dgm:pt>
    <dgm:pt modelId="{1642556E-99BA-446F-A4F5-1817FC4D76BB}" type="sibTrans" cxnId="{7AC58093-34F5-484D-959C-E62464B320A7}">
      <dgm:prSet/>
      <dgm:spPr/>
      <dgm:t>
        <a:bodyPr/>
        <a:lstStyle/>
        <a:p>
          <a:endParaRPr lang="ru-RU"/>
        </a:p>
      </dgm:t>
    </dgm:pt>
    <dgm:pt modelId="{ABBCAAB5-C5C1-48A2-B0C6-D2E150958C3B}">
      <dgm:prSet/>
      <dgm:spPr/>
      <dgm:t>
        <a:bodyPr/>
        <a:lstStyle/>
        <a:p>
          <a:r>
            <a:rPr lang="ru-RU" dirty="0"/>
            <a:t>Формирование ответов на запросы</a:t>
          </a:r>
        </a:p>
      </dgm:t>
    </dgm:pt>
    <dgm:pt modelId="{16189FB4-3C69-4FAB-905C-D1C0F3CFAC33}" type="parTrans" cxnId="{3EE59655-5E9A-47E2-85D9-DB08E4189C48}">
      <dgm:prSet/>
      <dgm:spPr/>
      <dgm:t>
        <a:bodyPr/>
        <a:lstStyle/>
        <a:p>
          <a:endParaRPr lang="ru-RU"/>
        </a:p>
      </dgm:t>
    </dgm:pt>
    <dgm:pt modelId="{5DE5AC2B-59C1-48F5-8A66-B5BC0B9BADE5}" type="sibTrans" cxnId="{3EE59655-5E9A-47E2-85D9-DB08E4189C48}">
      <dgm:prSet/>
      <dgm:spPr/>
      <dgm:t>
        <a:bodyPr/>
        <a:lstStyle/>
        <a:p>
          <a:endParaRPr lang="ru-RU"/>
        </a:p>
      </dgm:t>
    </dgm:pt>
    <dgm:pt modelId="{725C69E7-2A8A-471D-8400-318F3A4946CA}">
      <dgm:prSet/>
      <dgm:spPr/>
      <dgm:t>
        <a:bodyPr/>
        <a:lstStyle/>
        <a:p>
          <a:r>
            <a:rPr lang="ru-RU" dirty="0"/>
            <a:t>Надёжность: обработка ошибок, валидация данных</a:t>
          </a:r>
        </a:p>
      </dgm:t>
    </dgm:pt>
    <dgm:pt modelId="{59DC7B31-36E7-478F-8201-3B55AE930C1A}" type="parTrans" cxnId="{47F2EFF6-2F29-4892-863B-99B37D32693B}">
      <dgm:prSet/>
      <dgm:spPr/>
      <dgm:t>
        <a:bodyPr/>
        <a:lstStyle/>
        <a:p>
          <a:endParaRPr lang="ru-RU"/>
        </a:p>
      </dgm:t>
    </dgm:pt>
    <dgm:pt modelId="{25CA0EDB-0945-4F4B-9B86-3E8C0B7CAEAF}" type="sibTrans" cxnId="{47F2EFF6-2F29-4892-863B-99B37D32693B}">
      <dgm:prSet/>
      <dgm:spPr/>
      <dgm:t>
        <a:bodyPr/>
        <a:lstStyle/>
        <a:p>
          <a:endParaRPr lang="ru-RU"/>
        </a:p>
      </dgm:t>
    </dgm:pt>
    <dgm:pt modelId="{D7A302CA-54AA-42F4-B29B-AF1A8F080ADD}">
      <dgm:prSet/>
      <dgm:spPr/>
      <dgm:t>
        <a:bodyPr/>
        <a:lstStyle/>
        <a:p>
          <a:r>
            <a:rPr lang="ru-RU" dirty="0"/>
            <a:t>Безопасность: разграничение прав</a:t>
          </a:r>
        </a:p>
      </dgm:t>
    </dgm:pt>
    <dgm:pt modelId="{33127805-15A5-46D4-ACF1-4D7C5678C36F}" type="parTrans" cxnId="{7A0944DC-93B9-4A91-9D3C-555F35C5E812}">
      <dgm:prSet/>
      <dgm:spPr/>
      <dgm:t>
        <a:bodyPr/>
        <a:lstStyle/>
        <a:p>
          <a:endParaRPr lang="ru-RU"/>
        </a:p>
      </dgm:t>
    </dgm:pt>
    <dgm:pt modelId="{06820B84-5A8C-4CBF-BCFB-7BB019B91A09}" type="sibTrans" cxnId="{7A0944DC-93B9-4A91-9D3C-555F35C5E812}">
      <dgm:prSet/>
      <dgm:spPr/>
      <dgm:t>
        <a:bodyPr/>
        <a:lstStyle/>
        <a:p>
          <a:endParaRPr lang="ru-RU"/>
        </a:p>
      </dgm:t>
    </dgm:pt>
    <dgm:pt modelId="{B3141C14-2E75-4E68-BEB3-E274CC3376C5}" type="pres">
      <dgm:prSet presAssocID="{0B7A7665-86B9-4466-AD30-A2ABCBD0127E}" presName="linear" presStyleCnt="0">
        <dgm:presLayoutVars>
          <dgm:dir/>
          <dgm:animLvl val="lvl"/>
          <dgm:resizeHandles val="exact"/>
        </dgm:presLayoutVars>
      </dgm:prSet>
      <dgm:spPr/>
    </dgm:pt>
    <dgm:pt modelId="{AFE5209F-106A-4116-9550-FBA6A8371009}" type="pres">
      <dgm:prSet presAssocID="{5E96A309-1405-4705-8E24-E194FA125669}" presName="parentLin" presStyleCnt="0"/>
      <dgm:spPr/>
    </dgm:pt>
    <dgm:pt modelId="{7759A223-C4D7-4F5F-AAB1-538F7476BFCC}" type="pres">
      <dgm:prSet presAssocID="{5E96A309-1405-4705-8E24-E194FA125669}" presName="parentLeftMargin" presStyleLbl="node1" presStyleIdx="0" presStyleCnt="2"/>
      <dgm:spPr/>
    </dgm:pt>
    <dgm:pt modelId="{A1CAA481-BFC8-4754-9592-4F046C86312D}" type="pres">
      <dgm:prSet presAssocID="{5E96A309-1405-4705-8E24-E194FA1256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00C341-017A-4AA1-883B-479BBEE467C6}" type="pres">
      <dgm:prSet presAssocID="{5E96A309-1405-4705-8E24-E194FA125669}" presName="negativeSpace" presStyleCnt="0"/>
      <dgm:spPr/>
    </dgm:pt>
    <dgm:pt modelId="{9F4EE7C7-90A4-4A8A-8B86-72E678D96544}" type="pres">
      <dgm:prSet presAssocID="{5E96A309-1405-4705-8E24-E194FA125669}" presName="childText" presStyleLbl="conFgAcc1" presStyleIdx="0" presStyleCnt="2" custLinFactNeighborX="-1536">
        <dgm:presLayoutVars>
          <dgm:bulletEnabled val="1"/>
        </dgm:presLayoutVars>
      </dgm:prSet>
      <dgm:spPr/>
    </dgm:pt>
    <dgm:pt modelId="{EC733776-43A5-46A2-AAAA-6EEC67EE0E55}" type="pres">
      <dgm:prSet presAssocID="{FEF363D7-D7AC-4413-A368-054C599A7B0B}" presName="spaceBetweenRectangles" presStyleCnt="0"/>
      <dgm:spPr/>
    </dgm:pt>
    <dgm:pt modelId="{7A197BA0-B2A0-4881-BB74-90F288172A11}" type="pres">
      <dgm:prSet presAssocID="{1EF1CCF4-AB05-4BFA-BC0C-B83E4D576861}" presName="parentLin" presStyleCnt="0"/>
      <dgm:spPr/>
    </dgm:pt>
    <dgm:pt modelId="{2D68CADE-F7B1-4A7F-86B5-99D5F48E97D2}" type="pres">
      <dgm:prSet presAssocID="{1EF1CCF4-AB05-4BFA-BC0C-B83E4D576861}" presName="parentLeftMargin" presStyleLbl="node1" presStyleIdx="0" presStyleCnt="2"/>
      <dgm:spPr/>
    </dgm:pt>
    <dgm:pt modelId="{69FC02AF-9DDA-4AD7-95B5-0FA63C88DCEB}" type="pres">
      <dgm:prSet presAssocID="{1EF1CCF4-AB05-4BFA-BC0C-B83E4D57686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D9DCDA-79E4-4450-AD93-B923B875409D}" type="pres">
      <dgm:prSet presAssocID="{1EF1CCF4-AB05-4BFA-BC0C-B83E4D576861}" presName="negativeSpace" presStyleCnt="0"/>
      <dgm:spPr/>
    </dgm:pt>
    <dgm:pt modelId="{69B6966A-AB39-4646-9EE1-C19AC333E325}" type="pres">
      <dgm:prSet presAssocID="{1EF1CCF4-AB05-4BFA-BC0C-B83E4D57686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6B54603-C6C3-4528-82E5-52B03B298899}" type="presOf" srcId="{AE8CC722-7DC5-406B-B129-90DE3AD38DEB}" destId="{9F4EE7C7-90A4-4A8A-8B86-72E678D96544}" srcOrd="0" destOrd="1" presId="urn:microsoft.com/office/officeart/2005/8/layout/list1"/>
    <dgm:cxn modelId="{2BF27B05-450C-4933-A6EF-9CF511D82A1D}" type="presOf" srcId="{1EF1CCF4-AB05-4BFA-BC0C-B83E4D576861}" destId="{69FC02AF-9DDA-4AD7-95B5-0FA63C88DCEB}" srcOrd="1" destOrd="0" presId="urn:microsoft.com/office/officeart/2005/8/layout/list1"/>
    <dgm:cxn modelId="{E59EF40C-325E-470D-8D8F-49FC533DA36C}" type="presOf" srcId="{5E96A309-1405-4705-8E24-E194FA125669}" destId="{A1CAA481-BFC8-4754-9592-4F046C86312D}" srcOrd="1" destOrd="0" presId="urn:microsoft.com/office/officeart/2005/8/layout/list1"/>
    <dgm:cxn modelId="{2831A610-7711-4FFD-9E57-153F2F9E1F10}" type="presOf" srcId="{CF1E5C38-8BD1-4773-ABDC-C756F4E3ECF5}" destId="{9F4EE7C7-90A4-4A8A-8B86-72E678D96544}" srcOrd="0" destOrd="0" presId="urn:microsoft.com/office/officeart/2005/8/layout/list1"/>
    <dgm:cxn modelId="{A23EDF13-C0EA-47CC-AA3F-7CFB6F0ABCCB}" type="presOf" srcId="{D7A302CA-54AA-42F4-B29B-AF1A8F080ADD}" destId="{69B6966A-AB39-4646-9EE1-C19AC333E325}" srcOrd="0" destOrd="1" presId="urn:microsoft.com/office/officeart/2005/8/layout/list1"/>
    <dgm:cxn modelId="{D346A92D-D7BA-4055-BD25-402AD96B5C30}" type="presOf" srcId="{725C69E7-2A8A-471D-8400-318F3A4946CA}" destId="{69B6966A-AB39-4646-9EE1-C19AC333E325}" srcOrd="0" destOrd="0" presId="urn:microsoft.com/office/officeart/2005/8/layout/list1"/>
    <dgm:cxn modelId="{99998835-60FC-4C0D-B984-A78892B990B4}" type="presOf" srcId="{0B7A7665-86B9-4466-AD30-A2ABCBD0127E}" destId="{B3141C14-2E75-4E68-BEB3-E274CC3376C5}" srcOrd="0" destOrd="0" presId="urn:microsoft.com/office/officeart/2005/8/layout/list1"/>
    <dgm:cxn modelId="{07614864-7A57-41A3-90FE-AB3F7DB42B30}" type="presOf" srcId="{1EF1CCF4-AB05-4BFA-BC0C-B83E4D576861}" destId="{2D68CADE-F7B1-4A7F-86B5-99D5F48E97D2}" srcOrd="0" destOrd="0" presId="urn:microsoft.com/office/officeart/2005/8/layout/list1"/>
    <dgm:cxn modelId="{06D2F744-48C2-4F53-B8A7-FB8D130D6624}" srcId="{0B7A7665-86B9-4466-AD30-A2ABCBD0127E}" destId="{5E96A309-1405-4705-8E24-E194FA125669}" srcOrd="0" destOrd="0" parTransId="{CB8F9041-21BC-420C-AB0C-B7BA6EC4E734}" sibTransId="{FEF363D7-D7AC-4413-A368-054C599A7B0B}"/>
    <dgm:cxn modelId="{CC3AFE46-9824-4A4F-86BE-F66FD0BDB30F}" type="presOf" srcId="{5E96A309-1405-4705-8E24-E194FA125669}" destId="{7759A223-C4D7-4F5F-AAB1-538F7476BFCC}" srcOrd="0" destOrd="0" presId="urn:microsoft.com/office/officeart/2005/8/layout/list1"/>
    <dgm:cxn modelId="{3EE59655-5E9A-47E2-85D9-DB08E4189C48}" srcId="{5E96A309-1405-4705-8E24-E194FA125669}" destId="{ABBCAAB5-C5C1-48A2-B0C6-D2E150958C3B}" srcOrd="2" destOrd="0" parTransId="{16189FB4-3C69-4FAB-905C-D1C0F3CFAC33}" sibTransId="{5DE5AC2B-59C1-48F5-8A66-B5BC0B9BADE5}"/>
    <dgm:cxn modelId="{1CC39958-976C-4F6D-90FB-9A3D1D770121}" srcId="{5E96A309-1405-4705-8E24-E194FA125669}" destId="{CF1E5C38-8BD1-4773-ABDC-C756F4E3ECF5}" srcOrd="0" destOrd="0" parTransId="{FE4F4655-1816-4908-A4C1-12D0C39FE8BA}" sibTransId="{C49D2A4C-F6FE-4CC9-98E4-A23CCE8C74E7}"/>
    <dgm:cxn modelId="{B7B44E80-EA27-4175-9767-E574EDF2C7B5}" srcId="{0B7A7665-86B9-4466-AD30-A2ABCBD0127E}" destId="{1EF1CCF4-AB05-4BFA-BC0C-B83E4D576861}" srcOrd="1" destOrd="0" parTransId="{6E8BCF7B-4D33-4A48-914A-9BF2AAB1AC75}" sibTransId="{2F6A9EAA-7ED6-472E-B5B0-851119B39FF7}"/>
    <dgm:cxn modelId="{7AC58093-34F5-484D-959C-E62464B320A7}" srcId="{5E96A309-1405-4705-8E24-E194FA125669}" destId="{AE8CC722-7DC5-406B-B129-90DE3AD38DEB}" srcOrd="1" destOrd="0" parTransId="{85A15B4C-8677-4D32-8774-F6BE8B98D45E}" sibTransId="{1642556E-99BA-446F-A4F5-1817FC4D76BB}"/>
    <dgm:cxn modelId="{F06204B0-3098-4B34-9EBA-553E86975312}" type="presOf" srcId="{ABBCAAB5-C5C1-48A2-B0C6-D2E150958C3B}" destId="{9F4EE7C7-90A4-4A8A-8B86-72E678D96544}" srcOrd="0" destOrd="2" presId="urn:microsoft.com/office/officeart/2005/8/layout/list1"/>
    <dgm:cxn modelId="{7A0944DC-93B9-4A91-9D3C-555F35C5E812}" srcId="{1EF1CCF4-AB05-4BFA-BC0C-B83E4D576861}" destId="{D7A302CA-54AA-42F4-B29B-AF1A8F080ADD}" srcOrd="1" destOrd="0" parTransId="{33127805-15A5-46D4-ACF1-4D7C5678C36F}" sibTransId="{06820B84-5A8C-4CBF-BCFB-7BB019B91A09}"/>
    <dgm:cxn modelId="{47F2EFF6-2F29-4892-863B-99B37D32693B}" srcId="{1EF1CCF4-AB05-4BFA-BC0C-B83E4D576861}" destId="{725C69E7-2A8A-471D-8400-318F3A4946CA}" srcOrd="0" destOrd="0" parTransId="{59DC7B31-36E7-478F-8201-3B55AE930C1A}" sibTransId="{25CA0EDB-0945-4F4B-9B86-3E8C0B7CAEAF}"/>
    <dgm:cxn modelId="{AA5D0174-7A84-4A6D-9307-88FA2080178C}" type="presParOf" srcId="{B3141C14-2E75-4E68-BEB3-E274CC3376C5}" destId="{AFE5209F-106A-4116-9550-FBA6A8371009}" srcOrd="0" destOrd="0" presId="urn:microsoft.com/office/officeart/2005/8/layout/list1"/>
    <dgm:cxn modelId="{8A84FBA4-1445-4795-BDA0-4697C0693D39}" type="presParOf" srcId="{AFE5209F-106A-4116-9550-FBA6A8371009}" destId="{7759A223-C4D7-4F5F-AAB1-538F7476BFCC}" srcOrd="0" destOrd="0" presId="urn:microsoft.com/office/officeart/2005/8/layout/list1"/>
    <dgm:cxn modelId="{DC20134C-F4C5-407E-B5AB-2C0C8B1EEF82}" type="presParOf" srcId="{AFE5209F-106A-4116-9550-FBA6A8371009}" destId="{A1CAA481-BFC8-4754-9592-4F046C86312D}" srcOrd="1" destOrd="0" presId="urn:microsoft.com/office/officeart/2005/8/layout/list1"/>
    <dgm:cxn modelId="{6BD6FD8F-EDF8-4B54-84C6-42D6DEE33B91}" type="presParOf" srcId="{B3141C14-2E75-4E68-BEB3-E274CC3376C5}" destId="{4200C341-017A-4AA1-883B-479BBEE467C6}" srcOrd="1" destOrd="0" presId="urn:microsoft.com/office/officeart/2005/8/layout/list1"/>
    <dgm:cxn modelId="{A0A6727C-5473-421A-88BA-0E79F6D87894}" type="presParOf" srcId="{B3141C14-2E75-4E68-BEB3-E274CC3376C5}" destId="{9F4EE7C7-90A4-4A8A-8B86-72E678D96544}" srcOrd="2" destOrd="0" presId="urn:microsoft.com/office/officeart/2005/8/layout/list1"/>
    <dgm:cxn modelId="{44334025-D214-4287-BA59-E01317D4F23A}" type="presParOf" srcId="{B3141C14-2E75-4E68-BEB3-E274CC3376C5}" destId="{EC733776-43A5-46A2-AAAA-6EEC67EE0E55}" srcOrd="3" destOrd="0" presId="urn:microsoft.com/office/officeart/2005/8/layout/list1"/>
    <dgm:cxn modelId="{060A709A-2C9D-43DC-8E7D-88237E9B7B69}" type="presParOf" srcId="{B3141C14-2E75-4E68-BEB3-E274CC3376C5}" destId="{7A197BA0-B2A0-4881-BB74-90F288172A11}" srcOrd="4" destOrd="0" presId="urn:microsoft.com/office/officeart/2005/8/layout/list1"/>
    <dgm:cxn modelId="{F45856BF-1F9C-4C44-85AD-4BC06460FDC6}" type="presParOf" srcId="{7A197BA0-B2A0-4881-BB74-90F288172A11}" destId="{2D68CADE-F7B1-4A7F-86B5-99D5F48E97D2}" srcOrd="0" destOrd="0" presId="urn:microsoft.com/office/officeart/2005/8/layout/list1"/>
    <dgm:cxn modelId="{95A1C66F-8E8F-4868-8122-2E2D0A800D4B}" type="presParOf" srcId="{7A197BA0-B2A0-4881-BB74-90F288172A11}" destId="{69FC02AF-9DDA-4AD7-95B5-0FA63C88DCEB}" srcOrd="1" destOrd="0" presId="urn:microsoft.com/office/officeart/2005/8/layout/list1"/>
    <dgm:cxn modelId="{998874A1-3A4F-47D2-B904-AA7C5768844D}" type="presParOf" srcId="{B3141C14-2E75-4E68-BEB3-E274CC3376C5}" destId="{7DD9DCDA-79E4-4450-AD93-B923B875409D}" srcOrd="5" destOrd="0" presId="urn:microsoft.com/office/officeart/2005/8/layout/list1"/>
    <dgm:cxn modelId="{772B7918-C619-4525-8B62-9945673E9737}" type="presParOf" srcId="{B3141C14-2E75-4E68-BEB3-E274CC3376C5}" destId="{69B6966A-AB39-4646-9EE1-C19AC333E32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7874E4-95E2-45ED-BDB0-D991E853B36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FCBEB5-3AD4-47F7-8082-C18406EC2A21}">
      <dgm:prSet phldrT="[Текст]"/>
      <dgm:spPr/>
      <dgm:t>
        <a:bodyPr/>
        <a:lstStyle/>
        <a:p>
          <a:r>
            <a:rPr lang="ru-RU" b="1" dirty="0"/>
            <a:t>Таблицы</a:t>
          </a:r>
        </a:p>
      </dgm:t>
    </dgm:pt>
    <dgm:pt modelId="{5CC0CCB3-7004-4FA0-9884-1E95F14C5287}" type="parTrans" cxnId="{589E06EA-AB24-4639-A29C-F5EBE8881817}">
      <dgm:prSet/>
      <dgm:spPr/>
      <dgm:t>
        <a:bodyPr/>
        <a:lstStyle/>
        <a:p>
          <a:endParaRPr lang="ru-RU"/>
        </a:p>
      </dgm:t>
    </dgm:pt>
    <dgm:pt modelId="{A3CF5C09-5FCE-4F96-B8C4-7F188DD2E404}" type="sibTrans" cxnId="{589E06EA-AB24-4639-A29C-F5EBE8881817}">
      <dgm:prSet/>
      <dgm:spPr/>
      <dgm:t>
        <a:bodyPr/>
        <a:lstStyle/>
        <a:p>
          <a:endParaRPr lang="ru-RU"/>
        </a:p>
      </dgm:t>
    </dgm:pt>
    <dgm:pt modelId="{0AFC7BA6-DFE6-42D5-BEEF-B4DF55D4CFBF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433C-671F-450C-A095-6792B489EDCE}" type="parTrans" cxnId="{378AC8D8-B598-4241-87A5-5E5EC5B726AA}">
      <dgm:prSet/>
      <dgm:spPr/>
      <dgm:t>
        <a:bodyPr/>
        <a:lstStyle/>
        <a:p>
          <a:endParaRPr lang="ru-RU"/>
        </a:p>
      </dgm:t>
    </dgm:pt>
    <dgm:pt modelId="{3CA1C2D4-04B8-4DB7-A4B8-1C0A7E733EDF}" type="sibTrans" cxnId="{378AC8D8-B598-4241-87A5-5E5EC5B726AA}">
      <dgm:prSet/>
      <dgm:spPr/>
      <dgm:t>
        <a:bodyPr/>
        <a:lstStyle/>
        <a:p>
          <a:endParaRPr lang="ru-RU"/>
        </a:p>
      </dgm:t>
    </dgm:pt>
    <dgm:pt modelId="{6CF4447B-01CE-4315-90F0-02FDE39212BF}">
      <dgm:prSet phldrT="[Текст]"/>
      <dgm:spPr/>
      <dgm:t>
        <a:bodyPr/>
        <a:lstStyle/>
        <a:p>
          <a:r>
            <a:rPr lang="ru-RU" b="1" dirty="0"/>
            <a:t>Связи</a:t>
          </a:r>
        </a:p>
      </dgm:t>
    </dgm:pt>
    <dgm:pt modelId="{0A0E4843-D63F-43A2-BE7E-EED06B542817}" type="parTrans" cxnId="{350EC52E-55AE-46EF-8A38-7C02A446E477}">
      <dgm:prSet/>
      <dgm:spPr/>
      <dgm:t>
        <a:bodyPr/>
        <a:lstStyle/>
        <a:p>
          <a:endParaRPr lang="ru-RU"/>
        </a:p>
      </dgm:t>
    </dgm:pt>
    <dgm:pt modelId="{1B05FAF1-6F61-49EB-A0C3-B94343B484BE}" type="sibTrans" cxnId="{350EC52E-55AE-46EF-8A38-7C02A446E477}">
      <dgm:prSet/>
      <dgm:spPr/>
      <dgm:t>
        <a:bodyPr/>
        <a:lstStyle/>
        <a:p>
          <a:endParaRPr lang="ru-RU"/>
        </a:p>
      </dgm:t>
    </dgm:pt>
    <dgm:pt modelId="{23600373-D339-4909-809A-19DA99C2A8A9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8 foreign keys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A7D407-1F8A-4CA2-91DC-F1C1C02D55D1}" type="parTrans" cxnId="{D5653AEE-4846-4AE1-B6FD-62C6C42E146B}">
      <dgm:prSet/>
      <dgm:spPr/>
      <dgm:t>
        <a:bodyPr/>
        <a:lstStyle/>
        <a:p>
          <a:endParaRPr lang="ru-RU"/>
        </a:p>
      </dgm:t>
    </dgm:pt>
    <dgm:pt modelId="{401F65C5-0C5B-4F88-8C5D-866F60FCA8DD}" type="sibTrans" cxnId="{D5653AEE-4846-4AE1-B6FD-62C6C42E146B}">
      <dgm:prSet/>
      <dgm:spPr/>
      <dgm:t>
        <a:bodyPr/>
        <a:lstStyle/>
        <a:p>
          <a:endParaRPr lang="ru-RU"/>
        </a:p>
      </dgm:t>
    </dgm:pt>
    <dgm:pt modelId="{4ABDF888-184A-401B-965D-DC57A509D6D6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Workshops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F02F0A-35C2-403C-84E7-83E745798D06}" type="parTrans" cxnId="{837043C3-47EC-4266-ABCF-2A0029FB682B}">
      <dgm:prSet/>
      <dgm:spPr/>
      <dgm:t>
        <a:bodyPr/>
        <a:lstStyle/>
        <a:p>
          <a:endParaRPr lang="ru-RU"/>
        </a:p>
      </dgm:t>
    </dgm:pt>
    <dgm:pt modelId="{CD41206D-A853-4F4B-92DF-A3FB3DBE9B71}" type="sibTrans" cxnId="{837043C3-47EC-4266-ABCF-2A0029FB682B}">
      <dgm:prSet/>
      <dgm:spPr/>
      <dgm:t>
        <a:bodyPr/>
        <a:lstStyle/>
        <a:p>
          <a:endParaRPr lang="ru-RU"/>
        </a:p>
      </dgm:t>
    </dgm:pt>
    <dgm:pt modelId="{62AFC25F-2AE0-4E03-8319-C02340293174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Brands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0DD61D-44A8-4D1F-8C5F-2C200A73A869}" type="parTrans" cxnId="{1FDB130D-724C-4AF9-B05F-8A64090CAAD7}">
      <dgm:prSet/>
      <dgm:spPr/>
      <dgm:t>
        <a:bodyPr/>
        <a:lstStyle/>
        <a:p>
          <a:endParaRPr lang="ru-RU"/>
        </a:p>
      </dgm:t>
    </dgm:pt>
    <dgm:pt modelId="{84177324-64DA-495C-B9B3-57A5E60C9915}" type="sibTrans" cxnId="{1FDB130D-724C-4AF9-B05F-8A64090CAAD7}">
      <dgm:prSet/>
      <dgm:spPr/>
      <dgm:t>
        <a:bodyPr/>
        <a:lstStyle/>
        <a:p>
          <a:endParaRPr lang="ru-RU"/>
        </a:p>
      </dgm:t>
    </dgm:pt>
    <dgm:pt modelId="{68198FE4-2A71-45F0-834D-1B042955A11B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Masters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657430-2691-4A16-8738-AE824FA1FEF5}" type="parTrans" cxnId="{A279D190-551E-415C-BA88-528369FB59DE}">
      <dgm:prSet/>
      <dgm:spPr/>
      <dgm:t>
        <a:bodyPr/>
        <a:lstStyle/>
        <a:p>
          <a:endParaRPr lang="ru-RU"/>
        </a:p>
      </dgm:t>
    </dgm:pt>
    <dgm:pt modelId="{46830883-13DC-45F3-8210-0910FC1824B7}" type="sibTrans" cxnId="{A279D190-551E-415C-BA88-528369FB59DE}">
      <dgm:prSet/>
      <dgm:spPr/>
      <dgm:t>
        <a:bodyPr/>
        <a:lstStyle/>
        <a:p>
          <a:endParaRPr lang="ru-RU"/>
        </a:p>
      </dgm:t>
    </dgm:pt>
    <dgm:pt modelId="{7C152AE1-F9FF-4F04-BFF7-16BE411BA45E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Cars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004223-254D-4576-BACB-57165972A99C}" type="parTrans" cxnId="{28ACD5A5-1BBF-4D9C-A38B-60DEDF68C174}">
      <dgm:prSet/>
      <dgm:spPr/>
      <dgm:t>
        <a:bodyPr/>
        <a:lstStyle/>
        <a:p>
          <a:endParaRPr lang="ru-RU"/>
        </a:p>
      </dgm:t>
    </dgm:pt>
    <dgm:pt modelId="{4402399D-BAE5-46FD-BD1D-B3F94B36909D}" type="sibTrans" cxnId="{28ACD5A5-1BBF-4D9C-A38B-60DEDF68C174}">
      <dgm:prSet/>
      <dgm:spPr/>
      <dgm:t>
        <a:bodyPr/>
        <a:lstStyle/>
        <a:p>
          <a:endParaRPr lang="ru-RU"/>
        </a:p>
      </dgm:t>
    </dgm:pt>
    <dgm:pt modelId="{208444D6-FF9D-406E-BD87-BBA6AAF87D43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Repairs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4AB7A0-842D-4D73-B6FB-3D2E673BDBCC}" type="parTrans" cxnId="{633BD1DF-CC2F-4EB0-9974-1AB52CBDA046}">
      <dgm:prSet/>
      <dgm:spPr/>
      <dgm:t>
        <a:bodyPr/>
        <a:lstStyle/>
        <a:p>
          <a:endParaRPr lang="ru-RU"/>
        </a:p>
      </dgm:t>
    </dgm:pt>
    <dgm:pt modelId="{835D57B7-25CD-4695-A26A-359309D1915C}" type="sibTrans" cxnId="{633BD1DF-CC2F-4EB0-9974-1AB52CBDA046}">
      <dgm:prSet/>
      <dgm:spPr/>
      <dgm:t>
        <a:bodyPr/>
        <a:lstStyle/>
        <a:p>
          <a:endParaRPr lang="ru-RU"/>
        </a:p>
      </dgm:t>
    </dgm:pt>
    <dgm:pt modelId="{ED4AA358-81B1-412A-9A53-D3E5D4244096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Orders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D89D95-FD51-4BA6-84D6-8BF041AB2DD8}" type="parTrans" cxnId="{71F72CE4-784A-45EC-81BE-32912ED7D8CF}">
      <dgm:prSet/>
      <dgm:spPr/>
      <dgm:t>
        <a:bodyPr/>
        <a:lstStyle/>
        <a:p>
          <a:endParaRPr lang="ru-RU"/>
        </a:p>
      </dgm:t>
    </dgm:pt>
    <dgm:pt modelId="{9900E296-DD36-4A81-B4FA-E31F0A0ACAC0}" type="sibTrans" cxnId="{71F72CE4-784A-45EC-81BE-32912ED7D8CF}">
      <dgm:prSet/>
      <dgm:spPr/>
      <dgm:t>
        <a:bodyPr/>
        <a:lstStyle/>
        <a:p>
          <a:endParaRPr lang="ru-RU"/>
        </a:p>
      </dgm:t>
    </dgm:pt>
    <dgm:pt modelId="{082BAB6D-B741-4CBC-8A69-8278BDA5F4E6}">
      <dgm:prSet phldrT="[Текст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Workshop_brands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AB5898-806E-424E-90A9-7E43468DEEAE}" type="parTrans" cxnId="{52F42A5F-6B2A-4C4E-B10A-E68FEFE4EE79}">
      <dgm:prSet/>
      <dgm:spPr/>
      <dgm:t>
        <a:bodyPr/>
        <a:lstStyle/>
        <a:p>
          <a:endParaRPr lang="ru-RU"/>
        </a:p>
      </dgm:t>
    </dgm:pt>
    <dgm:pt modelId="{725B70D5-EFCA-486B-830A-82B4939FFF88}" type="sibTrans" cxnId="{52F42A5F-6B2A-4C4E-B10A-E68FEFE4EE79}">
      <dgm:prSet/>
      <dgm:spPr/>
      <dgm:t>
        <a:bodyPr/>
        <a:lstStyle/>
        <a:p>
          <a:endParaRPr lang="ru-RU"/>
        </a:p>
      </dgm:t>
    </dgm:pt>
    <dgm:pt modelId="{80A6D701-FC67-4C91-8F9C-568445498BB2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Связь «многие ко многим»</a:t>
          </a:r>
        </a:p>
      </dgm:t>
    </dgm:pt>
    <dgm:pt modelId="{D7704AC6-B406-4555-A9B5-500905736997}" type="parTrans" cxnId="{AC1BEF40-098D-4594-91A0-0345ABED65C3}">
      <dgm:prSet/>
      <dgm:spPr/>
      <dgm:t>
        <a:bodyPr/>
        <a:lstStyle/>
        <a:p>
          <a:endParaRPr lang="ru-RU"/>
        </a:p>
      </dgm:t>
    </dgm:pt>
    <dgm:pt modelId="{E093A0AB-0923-46DB-A1BD-E61F2A1D750D}" type="sibTrans" cxnId="{AC1BEF40-098D-4594-91A0-0345ABED65C3}">
      <dgm:prSet/>
      <dgm:spPr/>
      <dgm:t>
        <a:bodyPr/>
        <a:lstStyle/>
        <a:p>
          <a:endParaRPr lang="ru-RU"/>
        </a:p>
      </dgm:t>
    </dgm:pt>
    <dgm:pt modelId="{A206CB59-1A3B-4EAF-9A27-39890D8002AD}" type="pres">
      <dgm:prSet presAssocID="{C87874E4-95E2-45ED-BDB0-D991E853B365}" presName="Name0" presStyleCnt="0">
        <dgm:presLayoutVars>
          <dgm:dir/>
          <dgm:animLvl val="lvl"/>
          <dgm:resizeHandles val="exact"/>
        </dgm:presLayoutVars>
      </dgm:prSet>
      <dgm:spPr/>
    </dgm:pt>
    <dgm:pt modelId="{B8C85E77-BA93-4EAD-B6BC-637DB69AA04E}" type="pres">
      <dgm:prSet presAssocID="{DFFCBEB5-3AD4-47F7-8082-C18406EC2A21}" presName="composite" presStyleCnt="0"/>
      <dgm:spPr/>
    </dgm:pt>
    <dgm:pt modelId="{7D57E4FE-B9D6-44C4-ABED-18D1D3CA515A}" type="pres">
      <dgm:prSet presAssocID="{DFFCBEB5-3AD4-47F7-8082-C18406EC2A2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BB1F350-874C-4FF4-85D0-0A68B1CAD7A6}" type="pres">
      <dgm:prSet presAssocID="{DFFCBEB5-3AD4-47F7-8082-C18406EC2A21}" presName="desTx" presStyleLbl="alignAccFollowNode1" presStyleIdx="0" presStyleCnt="2">
        <dgm:presLayoutVars>
          <dgm:bulletEnabled val="1"/>
        </dgm:presLayoutVars>
      </dgm:prSet>
      <dgm:spPr/>
    </dgm:pt>
    <dgm:pt modelId="{79138B2A-0C64-4893-ACA6-2A325076E2C6}" type="pres">
      <dgm:prSet presAssocID="{A3CF5C09-5FCE-4F96-B8C4-7F188DD2E404}" presName="space" presStyleCnt="0"/>
      <dgm:spPr/>
    </dgm:pt>
    <dgm:pt modelId="{247D1000-F185-42FB-8495-E177556BF9D5}" type="pres">
      <dgm:prSet presAssocID="{6CF4447B-01CE-4315-90F0-02FDE39212BF}" presName="composite" presStyleCnt="0"/>
      <dgm:spPr/>
    </dgm:pt>
    <dgm:pt modelId="{599B2239-18B2-4A16-903F-530763757CD6}" type="pres">
      <dgm:prSet presAssocID="{6CF4447B-01CE-4315-90F0-02FDE39212B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A77EC6A-6FE9-4BC3-8535-91ECF49AEFE7}" type="pres">
      <dgm:prSet presAssocID="{6CF4447B-01CE-4315-90F0-02FDE39212B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EC2730A-61DB-48E3-A8D5-9042428BA591}" type="presOf" srcId="{C87874E4-95E2-45ED-BDB0-D991E853B365}" destId="{A206CB59-1A3B-4EAF-9A27-39890D8002AD}" srcOrd="0" destOrd="0" presId="urn:microsoft.com/office/officeart/2005/8/layout/hList1"/>
    <dgm:cxn modelId="{1FDB130D-724C-4AF9-B05F-8A64090CAAD7}" srcId="{DFFCBEB5-3AD4-47F7-8082-C18406EC2A21}" destId="{62AFC25F-2AE0-4E03-8319-C02340293174}" srcOrd="2" destOrd="0" parTransId="{900DD61D-44A8-4D1F-8C5F-2C200A73A869}" sibTransId="{84177324-64DA-495C-B9B3-57A5E60C9915}"/>
    <dgm:cxn modelId="{FB2C1425-5781-421A-8BBF-FB95F78AB911}" type="presOf" srcId="{68198FE4-2A71-45F0-834D-1B042955A11B}" destId="{BBB1F350-874C-4FF4-85D0-0A68B1CAD7A6}" srcOrd="0" destOrd="3" presId="urn:microsoft.com/office/officeart/2005/8/layout/hList1"/>
    <dgm:cxn modelId="{350EC52E-55AE-46EF-8A38-7C02A446E477}" srcId="{C87874E4-95E2-45ED-BDB0-D991E853B365}" destId="{6CF4447B-01CE-4315-90F0-02FDE39212BF}" srcOrd="1" destOrd="0" parTransId="{0A0E4843-D63F-43A2-BE7E-EED06B542817}" sibTransId="{1B05FAF1-6F61-49EB-A0C3-B94343B484BE}"/>
    <dgm:cxn modelId="{DEB0422F-5B1F-4753-963E-87AEB15E62DE}" type="presOf" srcId="{80A6D701-FC67-4C91-8F9C-568445498BB2}" destId="{FA77EC6A-6FE9-4BC3-8535-91ECF49AEFE7}" srcOrd="0" destOrd="1" presId="urn:microsoft.com/office/officeart/2005/8/layout/hList1"/>
    <dgm:cxn modelId="{C9CED033-FA5A-46E0-A95E-0C8F9B65637C}" type="presOf" srcId="{DFFCBEB5-3AD4-47F7-8082-C18406EC2A21}" destId="{7D57E4FE-B9D6-44C4-ABED-18D1D3CA515A}" srcOrd="0" destOrd="0" presId="urn:microsoft.com/office/officeart/2005/8/layout/hList1"/>
    <dgm:cxn modelId="{AC1BEF40-098D-4594-91A0-0345ABED65C3}" srcId="{6CF4447B-01CE-4315-90F0-02FDE39212BF}" destId="{80A6D701-FC67-4C91-8F9C-568445498BB2}" srcOrd="1" destOrd="0" parTransId="{D7704AC6-B406-4555-A9B5-500905736997}" sibTransId="{E093A0AB-0923-46DB-A1BD-E61F2A1D750D}"/>
    <dgm:cxn modelId="{026AAE5C-84C4-4345-8F6C-8D76027BCEDA}" type="presOf" srcId="{7C152AE1-F9FF-4F04-BFF7-16BE411BA45E}" destId="{BBB1F350-874C-4FF4-85D0-0A68B1CAD7A6}" srcOrd="0" destOrd="4" presId="urn:microsoft.com/office/officeart/2005/8/layout/hList1"/>
    <dgm:cxn modelId="{52F42A5F-6B2A-4C4E-B10A-E68FEFE4EE79}" srcId="{DFFCBEB5-3AD4-47F7-8082-C18406EC2A21}" destId="{082BAB6D-B741-4CBC-8A69-8278BDA5F4E6}" srcOrd="7" destOrd="0" parTransId="{E6AB5898-806E-424E-90A9-7E43468DEEAE}" sibTransId="{725B70D5-EFCA-486B-830A-82B4939FFF88}"/>
    <dgm:cxn modelId="{F1ABE942-9840-4297-8107-F2F7DBE3271A}" type="presOf" srcId="{4ABDF888-184A-401B-965D-DC57A509D6D6}" destId="{BBB1F350-874C-4FF4-85D0-0A68B1CAD7A6}" srcOrd="0" destOrd="1" presId="urn:microsoft.com/office/officeart/2005/8/layout/hList1"/>
    <dgm:cxn modelId="{2D0C6F71-1CE5-4F51-8455-0D768ED2C660}" type="presOf" srcId="{208444D6-FF9D-406E-BD87-BBA6AAF87D43}" destId="{BBB1F350-874C-4FF4-85D0-0A68B1CAD7A6}" srcOrd="0" destOrd="5" presId="urn:microsoft.com/office/officeart/2005/8/layout/hList1"/>
    <dgm:cxn modelId="{F16EE073-7D31-4B3F-8A5F-2FF9AF88177B}" type="presOf" srcId="{6CF4447B-01CE-4315-90F0-02FDE39212BF}" destId="{599B2239-18B2-4A16-903F-530763757CD6}" srcOrd="0" destOrd="0" presId="urn:microsoft.com/office/officeart/2005/8/layout/hList1"/>
    <dgm:cxn modelId="{72607E86-8586-4C9A-8B4E-98F71719D006}" type="presOf" srcId="{62AFC25F-2AE0-4E03-8319-C02340293174}" destId="{BBB1F350-874C-4FF4-85D0-0A68B1CAD7A6}" srcOrd="0" destOrd="2" presId="urn:microsoft.com/office/officeart/2005/8/layout/hList1"/>
    <dgm:cxn modelId="{A279D190-551E-415C-BA88-528369FB59DE}" srcId="{DFFCBEB5-3AD4-47F7-8082-C18406EC2A21}" destId="{68198FE4-2A71-45F0-834D-1B042955A11B}" srcOrd="3" destOrd="0" parTransId="{94657430-2691-4A16-8738-AE824FA1FEF5}" sibTransId="{46830883-13DC-45F3-8210-0910FC1824B7}"/>
    <dgm:cxn modelId="{42E5359B-5610-44AE-96DB-6AAB3AD6CAD8}" type="presOf" srcId="{23600373-D339-4909-809A-19DA99C2A8A9}" destId="{FA77EC6A-6FE9-4BC3-8535-91ECF49AEFE7}" srcOrd="0" destOrd="0" presId="urn:microsoft.com/office/officeart/2005/8/layout/hList1"/>
    <dgm:cxn modelId="{28ACD5A5-1BBF-4D9C-A38B-60DEDF68C174}" srcId="{DFFCBEB5-3AD4-47F7-8082-C18406EC2A21}" destId="{7C152AE1-F9FF-4F04-BFF7-16BE411BA45E}" srcOrd="4" destOrd="0" parTransId="{A2004223-254D-4576-BACB-57165972A99C}" sibTransId="{4402399D-BAE5-46FD-BD1D-B3F94B36909D}"/>
    <dgm:cxn modelId="{FF6BD9B4-EAC6-45C9-8ADA-A808AE2D852C}" type="presOf" srcId="{ED4AA358-81B1-412A-9A53-D3E5D4244096}" destId="{BBB1F350-874C-4FF4-85D0-0A68B1CAD7A6}" srcOrd="0" destOrd="6" presId="urn:microsoft.com/office/officeart/2005/8/layout/hList1"/>
    <dgm:cxn modelId="{837043C3-47EC-4266-ABCF-2A0029FB682B}" srcId="{DFFCBEB5-3AD4-47F7-8082-C18406EC2A21}" destId="{4ABDF888-184A-401B-965D-DC57A509D6D6}" srcOrd="1" destOrd="0" parTransId="{32F02F0A-35C2-403C-84E7-83E745798D06}" sibTransId="{CD41206D-A853-4F4B-92DF-A3FB3DBE9B71}"/>
    <dgm:cxn modelId="{7B5CC4D8-B52E-4021-BD7E-A77D8E0F41E9}" type="presOf" srcId="{082BAB6D-B741-4CBC-8A69-8278BDA5F4E6}" destId="{BBB1F350-874C-4FF4-85D0-0A68B1CAD7A6}" srcOrd="0" destOrd="7" presId="urn:microsoft.com/office/officeart/2005/8/layout/hList1"/>
    <dgm:cxn modelId="{378AC8D8-B598-4241-87A5-5E5EC5B726AA}" srcId="{DFFCBEB5-3AD4-47F7-8082-C18406EC2A21}" destId="{0AFC7BA6-DFE6-42D5-BEEF-B4DF55D4CFBF}" srcOrd="0" destOrd="0" parTransId="{669F433C-671F-450C-A095-6792B489EDCE}" sibTransId="{3CA1C2D4-04B8-4DB7-A4B8-1C0A7E733EDF}"/>
    <dgm:cxn modelId="{633BD1DF-CC2F-4EB0-9974-1AB52CBDA046}" srcId="{DFFCBEB5-3AD4-47F7-8082-C18406EC2A21}" destId="{208444D6-FF9D-406E-BD87-BBA6AAF87D43}" srcOrd="5" destOrd="0" parTransId="{784AB7A0-842D-4D73-B6FB-3D2E673BDBCC}" sibTransId="{835D57B7-25CD-4695-A26A-359309D1915C}"/>
    <dgm:cxn modelId="{71F72CE4-784A-45EC-81BE-32912ED7D8CF}" srcId="{DFFCBEB5-3AD4-47F7-8082-C18406EC2A21}" destId="{ED4AA358-81B1-412A-9A53-D3E5D4244096}" srcOrd="6" destOrd="0" parTransId="{1DD89D95-FD51-4BA6-84D6-8BF041AB2DD8}" sibTransId="{9900E296-DD36-4A81-B4FA-E31F0A0ACAC0}"/>
    <dgm:cxn modelId="{589E06EA-AB24-4639-A29C-F5EBE8881817}" srcId="{C87874E4-95E2-45ED-BDB0-D991E853B365}" destId="{DFFCBEB5-3AD4-47F7-8082-C18406EC2A21}" srcOrd="0" destOrd="0" parTransId="{5CC0CCB3-7004-4FA0-9884-1E95F14C5287}" sibTransId="{A3CF5C09-5FCE-4F96-B8C4-7F188DD2E404}"/>
    <dgm:cxn modelId="{9D249FEC-3E73-4D26-A601-9C258F55B5B8}" type="presOf" srcId="{0AFC7BA6-DFE6-42D5-BEEF-B4DF55D4CFBF}" destId="{BBB1F350-874C-4FF4-85D0-0A68B1CAD7A6}" srcOrd="0" destOrd="0" presId="urn:microsoft.com/office/officeart/2005/8/layout/hList1"/>
    <dgm:cxn modelId="{D5653AEE-4846-4AE1-B6FD-62C6C42E146B}" srcId="{6CF4447B-01CE-4315-90F0-02FDE39212BF}" destId="{23600373-D339-4909-809A-19DA99C2A8A9}" srcOrd="0" destOrd="0" parTransId="{A7A7D407-1F8A-4CA2-91DC-F1C1C02D55D1}" sibTransId="{401F65C5-0C5B-4F88-8C5D-866F60FCA8DD}"/>
    <dgm:cxn modelId="{DAEA1386-04BC-4DCB-B49B-6BC4CEF099F5}" type="presParOf" srcId="{A206CB59-1A3B-4EAF-9A27-39890D8002AD}" destId="{B8C85E77-BA93-4EAD-B6BC-637DB69AA04E}" srcOrd="0" destOrd="0" presId="urn:microsoft.com/office/officeart/2005/8/layout/hList1"/>
    <dgm:cxn modelId="{79091A03-D524-4A3A-9E01-B07AE7B02987}" type="presParOf" srcId="{B8C85E77-BA93-4EAD-B6BC-637DB69AA04E}" destId="{7D57E4FE-B9D6-44C4-ABED-18D1D3CA515A}" srcOrd="0" destOrd="0" presId="urn:microsoft.com/office/officeart/2005/8/layout/hList1"/>
    <dgm:cxn modelId="{3E6DC71A-C01D-4D33-9400-4AE444754E0E}" type="presParOf" srcId="{B8C85E77-BA93-4EAD-B6BC-637DB69AA04E}" destId="{BBB1F350-874C-4FF4-85D0-0A68B1CAD7A6}" srcOrd="1" destOrd="0" presId="urn:microsoft.com/office/officeart/2005/8/layout/hList1"/>
    <dgm:cxn modelId="{08BD6520-CA09-4340-8C93-C705587CE19E}" type="presParOf" srcId="{A206CB59-1A3B-4EAF-9A27-39890D8002AD}" destId="{79138B2A-0C64-4893-ACA6-2A325076E2C6}" srcOrd="1" destOrd="0" presId="urn:microsoft.com/office/officeart/2005/8/layout/hList1"/>
    <dgm:cxn modelId="{8152FBAC-40E3-4CEE-846A-19E06C664566}" type="presParOf" srcId="{A206CB59-1A3B-4EAF-9A27-39890D8002AD}" destId="{247D1000-F185-42FB-8495-E177556BF9D5}" srcOrd="2" destOrd="0" presId="urn:microsoft.com/office/officeart/2005/8/layout/hList1"/>
    <dgm:cxn modelId="{5F8ADE45-8DC2-40F3-8E74-659A87BB71E2}" type="presParOf" srcId="{247D1000-F185-42FB-8495-E177556BF9D5}" destId="{599B2239-18B2-4A16-903F-530763757CD6}" srcOrd="0" destOrd="0" presId="urn:microsoft.com/office/officeart/2005/8/layout/hList1"/>
    <dgm:cxn modelId="{573BFDAD-DDB7-4BC2-8FFA-FFFBC70345B3}" type="presParOf" srcId="{247D1000-F185-42FB-8495-E177556BF9D5}" destId="{FA77EC6A-6FE9-4BC3-8535-91ECF49AEF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E5F04F-3CC4-4C42-9238-179537F1922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181CA7C9-A9F1-45F9-9423-DE18E9009123}">
      <dgm:prSet phldrT="[Текст]"/>
      <dgm:spPr/>
      <dgm:t>
        <a:bodyPr/>
        <a:lstStyle/>
        <a:p>
          <a:r>
            <a:rPr lang="ru-RU" dirty="0"/>
            <a:t>Реализованы все требования варианта №10</a:t>
          </a:r>
        </a:p>
      </dgm:t>
    </dgm:pt>
    <dgm:pt modelId="{D2E48E72-F0EB-4918-932E-5448DF43F221}" type="parTrans" cxnId="{75385F4A-7D54-44EA-8B36-7C539AF3D4A5}">
      <dgm:prSet/>
      <dgm:spPr/>
      <dgm:t>
        <a:bodyPr/>
        <a:lstStyle/>
        <a:p>
          <a:endParaRPr lang="ru-RU"/>
        </a:p>
      </dgm:t>
    </dgm:pt>
    <dgm:pt modelId="{23DA2C3E-00E5-4CCE-8F23-BD9D1F11EC0A}" type="sibTrans" cxnId="{75385F4A-7D54-44EA-8B36-7C539AF3D4A5}">
      <dgm:prSet/>
      <dgm:spPr/>
      <dgm:t>
        <a:bodyPr/>
        <a:lstStyle/>
        <a:p>
          <a:endParaRPr lang="ru-RU"/>
        </a:p>
      </dgm:t>
    </dgm:pt>
    <dgm:pt modelId="{F336AB0D-E702-43AD-ADB1-676F72DACCA4}">
      <dgm:prSet phldrT="[Текст]"/>
      <dgm:spPr/>
      <dgm:t>
        <a:bodyPr/>
        <a:lstStyle/>
        <a:p>
          <a:r>
            <a:rPr lang="ru-RU" dirty="0"/>
            <a:t>Настроена автоматическая сборка через </a:t>
          </a:r>
          <a:r>
            <a:rPr lang="en-US" dirty="0"/>
            <a:t>GitHub Actions</a:t>
          </a:r>
          <a:endParaRPr lang="ru-RU" dirty="0"/>
        </a:p>
      </dgm:t>
    </dgm:pt>
    <dgm:pt modelId="{B4144B0B-2A66-4299-AC6A-05C8ED00A195}" type="parTrans" cxnId="{5111ECED-148D-472B-9BAC-B977ECA76560}">
      <dgm:prSet/>
      <dgm:spPr/>
      <dgm:t>
        <a:bodyPr/>
        <a:lstStyle/>
        <a:p>
          <a:endParaRPr lang="ru-RU"/>
        </a:p>
      </dgm:t>
    </dgm:pt>
    <dgm:pt modelId="{73F50396-F983-4308-AA52-8CADC35B3986}" type="sibTrans" cxnId="{5111ECED-148D-472B-9BAC-B977ECA76560}">
      <dgm:prSet/>
      <dgm:spPr/>
      <dgm:t>
        <a:bodyPr/>
        <a:lstStyle/>
        <a:p>
          <a:endParaRPr lang="ru-RU"/>
        </a:p>
      </dgm:t>
    </dgm:pt>
    <dgm:pt modelId="{EB86FCC6-E24D-49DB-9E4F-6350EC162C57}">
      <dgm:prSet phldrT="[Текст]"/>
      <dgm:spPr/>
      <dgm:t>
        <a:bodyPr/>
        <a:lstStyle/>
        <a:p>
          <a:r>
            <a:rPr lang="ru-RU" dirty="0"/>
            <a:t>Создана документация в </a:t>
          </a:r>
          <a:r>
            <a:rPr lang="en-US" dirty="0"/>
            <a:t>wiki </a:t>
          </a:r>
          <a:r>
            <a:rPr lang="ru-RU" dirty="0"/>
            <a:t>и </a:t>
          </a:r>
          <a:r>
            <a:rPr lang="en-US" dirty="0"/>
            <a:t>GitHub Pages</a:t>
          </a:r>
          <a:endParaRPr lang="ru-RU" dirty="0"/>
        </a:p>
      </dgm:t>
    </dgm:pt>
    <dgm:pt modelId="{78EE6FA6-16D9-4DA3-A08B-7457092CEEFB}" type="parTrans" cxnId="{FE282E96-8A7E-4817-86F3-1F5350FF7755}">
      <dgm:prSet/>
      <dgm:spPr/>
      <dgm:t>
        <a:bodyPr/>
        <a:lstStyle/>
        <a:p>
          <a:endParaRPr lang="ru-RU"/>
        </a:p>
      </dgm:t>
    </dgm:pt>
    <dgm:pt modelId="{967EC549-078F-40EC-8F29-F9D0E0621CA3}" type="sibTrans" cxnId="{FE282E96-8A7E-4817-86F3-1F5350FF7755}">
      <dgm:prSet/>
      <dgm:spPr/>
      <dgm:t>
        <a:bodyPr/>
        <a:lstStyle/>
        <a:p>
          <a:endParaRPr lang="ru-RU"/>
        </a:p>
      </dgm:t>
    </dgm:pt>
    <dgm:pt modelId="{BC269589-2F38-40DF-BE8F-B7354A40E3D9}">
      <dgm:prSet phldrT="[Текст]"/>
      <dgm:spPr/>
      <dgm:t>
        <a:bodyPr/>
        <a:lstStyle/>
        <a:p>
          <a:r>
            <a:rPr lang="ru-RU" dirty="0"/>
            <a:t>Создана БД из 8 таблиц</a:t>
          </a:r>
        </a:p>
      </dgm:t>
    </dgm:pt>
    <dgm:pt modelId="{0015B8BE-A2C9-48EA-BDAF-45B2CF6EEA57}" type="parTrans" cxnId="{F6147D13-958B-4D57-96EF-C6A2322287A0}">
      <dgm:prSet/>
      <dgm:spPr/>
      <dgm:t>
        <a:bodyPr/>
        <a:lstStyle/>
        <a:p>
          <a:endParaRPr lang="ru-RU"/>
        </a:p>
      </dgm:t>
    </dgm:pt>
    <dgm:pt modelId="{4308AFC3-2043-4D35-9403-07621569A94B}" type="sibTrans" cxnId="{F6147D13-958B-4D57-96EF-C6A2322287A0}">
      <dgm:prSet/>
      <dgm:spPr/>
      <dgm:t>
        <a:bodyPr/>
        <a:lstStyle/>
        <a:p>
          <a:endParaRPr lang="ru-RU"/>
        </a:p>
      </dgm:t>
    </dgm:pt>
    <dgm:pt modelId="{6712D703-D2AA-4FF9-876E-F4D1B0420DCE}">
      <dgm:prSet phldrT="[Текст]"/>
      <dgm:spPr/>
      <dgm:t>
        <a:bodyPr/>
        <a:lstStyle/>
        <a:p>
          <a:r>
            <a:rPr lang="ru-RU" dirty="0"/>
            <a:t>Разработано приложение на С</a:t>
          </a:r>
        </a:p>
      </dgm:t>
    </dgm:pt>
    <dgm:pt modelId="{6BA857A3-5C3E-4114-90F1-1E858A3FE658}" type="parTrans" cxnId="{839120E9-D13C-4B1F-833D-EF6CAA47569D}">
      <dgm:prSet/>
      <dgm:spPr/>
      <dgm:t>
        <a:bodyPr/>
        <a:lstStyle/>
        <a:p>
          <a:endParaRPr lang="ru-RU"/>
        </a:p>
      </dgm:t>
    </dgm:pt>
    <dgm:pt modelId="{B6819F4A-A79E-4FF6-9F7D-5B2312211ECC}" type="sibTrans" cxnId="{839120E9-D13C-4B1F-833D-EF6CAA47569D}">
      <dgm:prSet/>
      <dgm:spPr/>
      <dgm:t>
        <a:bodyPr/>
        <a:lstStyle/>
        <a:p>
          <a:endParaRPr lang="ru-RU"/>
        </a:p>
      </dgm:t>
    </dgm:pt>
    <dgm:pt modelId="{5556399B-924A-40F2-A5D6-8B398553CA63}" type="pres">
      <dgm:prSet presAssocID="{F7E5F04F-3CC4-4C42-9238-179537F19223}" presName="linearFlow" presStyleCnt="0">
        <dgm:presLayoutVars>
          <dgm:dir/>
          <dgm:resizeHandles val="exact"/>
        </dgm:presLayoutVars>
      </dgm:prSet>
      <dgm:spPr/>
    </dgm:pt>
    <dgm:pt modelId="{15336C89-CEFA-470F-A297-9A1F4589FC94}" type="pres">
      <dgm:prSet presAssocID="{181CA7C9-A9F1-45F9-9423-DE18E9009123}" presName="composite" presStyleCnt="0"/>
      <dgm:spPr/>
    </dgm:pt>
    <dgm:pt modelId="{B18CFF70-3A58-470E-9650-55B74D7EB1CA}" type="pres">
      <dgm:prSet presAssocID="{181CA7C9-A9F1-45F9-9423-DE18E9009123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ортфель со сплошной заливкой"/>
        </a:ext>
      </dgm:extLst>
    </dgm:pt>
    <dgm:pt modelId="{BB2BEEDE-883F-4CEE-ACA1-F1FED023938E}" type="pres">
      <dgm:prSet presAssocID="{181CA7C9-A9F1-45F9-9423-DE18E9009123}" presName="txShp" presStyleLbl="node1" presStyleIdx="0" presStyleCnt="5" custScaleX="83433">
        <dgm:presLayoutVars>
          <dgm:bulletEnabled val="1"/>
        </dgm:presLayoutVars>
      </dgm:prSet>
      <dgm:spPr/>
    </dgm:pt>
    <dgm:pt modelId="{C08F23E0-454F-4876-9F43-1D034B794771}" type="pres">
      <dgm:prSet presAssocID="{23DA2C3E-00E5-4CCE-8F23-BD9D1F11EC0A}" presName="spacing" presStyleCnt="0"/>
      <dgm:spPr/>
    </dgm:pt>
    <dgm:pt modelId="{3A57D389-4F24-4BE5-BA66-779068A3B23E}" type="pres">
      <dgm:prSet presAssocID="{BC269589-2F38-40DF-BE8F-B7354A40E3D9}" presName="composite" presStyleCnt="0"/>
      <dgm:spPr/>
    </dgm:pt>
    <dgm:pt modelId="{1C18D264-2458-4FE0-A5DC-F891E070AFEC}" type="pres">
      <dgm:prSet presAssocID="{BC269589-2F38-40DF-BE8F-B7354A40E3D9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анк со сплошной заливкой"/>
        </a:ext>
      </dgm:extLst>
    </dgm:pt>
    <dgm:pt modelId="{12E4F789-CE0A-4375-B7E1-43691FDD6213}" type="pres">
      <dgm:prSet presAssocID="{BC269589-2F38-40DF-BE8F-B7354A40E3D9}" presName="txShp" presStyleLbl="node1" presStyleIdx="1" presStyleCnt="5" custScaleX="83433">
        <dgm:presLayoutVars>
          <dgm:bulletEnabled val="1"/>
        </dgm:presLayoutVars>
      </dgm:prSet>
      <dgm:spPr/>
    </dgm:pt>
    <dgm:pt modelId="{5697D2CF-5D55-48EB-A775-E444884CED6B}" type="pres">
      <dgm:prSet presAssocID="{4308AFC3-2043-4D35-9403-07621569A94B}" presName="spacing" presStyleCnt="0"/>
      <dgm:spPr/>
    </dgm:pt>
    <dgm:pt modelId="{801F9968-E1A1-432F-8D63-33AB7154D74C}" type="pres">
      <dgm:prSet presAssocID="{6712D703-D2AA-4FF9-876E-F4D1B0420DCE}" presName="composite" presStyleCnt="0"/>
      <dgm:spPr/>
    </dgm:pt>
    <dgm:pt modelId="{5193DD85-39D7-4582-9361-DFDB932B0C92}" type="pres">
      <dgm:prSet presAssocID="{6712D703-D2AA-4FF9-876E-F4D1B0420DCE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нструменты со сплошной заливкой"/>
        </a:ext>
      </dgm:extLst>
    </dgm:pt>
    <dgm:pt modelId="{2A21B65F-E311-4B0C-A72E-F0450630979B}" type="pres">
      <dgm:prSet presAssocID="{6712D703-D2AA-4FF9-876E-F4D1B0420DCE}" presName="txShp" presStyleLbl="node1" presStyleIdx="2" presStyleCnt="5" custScaleX="83433">
        <dgm:presLayoutVars>
          <dgm:bulletEnabled val="1"/>
        </dgm:presLayoutVars>
      </dgm:prSet>
      <dgm:spPr/>
    </dgm:pt>
    <dgm:pt modelId="{6A994E3B-CDF4-4B19-A3F8-51AECDAE88BF}" type="pres">
      <dgm:prSet presAssocID="{B6819F4A-A79E-4FF6-9F7D-5B2312211ECC}" presName="spacing" presStyleCnt="0"/>
      <dgm:spPr/>
    </dgm:pt>
    <dgm:pt modelId="{94332604-D384-4970-A9FA-FF753658F411}" type="pres">
      <dgm:prSet presAssocID="{F336AB0D-E702-43AD-ADB1-676F72DACCA4}" presName="composite" presStyleCnt="0"/>
      <dgm:spPr/>
    </dgm:pt>
    <dgm:pt modelId="{04106222-3AA0-4E21-AB0B-615DB014FAE0}" type="pres">
      <dgm:prSet presAssocID="{F336AB0D-E702-43AD-ADB1-676F72DACCA4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ткрытая ладонь с растением со сплошной заливкой"/>
        </a:ext>
      </dgm:extLst>
    </dgm:pt>
    <dgm:pt modelId="{7B1653AF-95B1-4CDC-A25F-210FEA836565}" type="pres">
      <dgm:prSet presAssocID="{F336AB0D-E702-43AD-ADB1-676F72DACCA4}" presName="txShp" presStyleLbl="node1" presStyleIdx="3" presStyleCnt="5" custScaleX="83433">
        <dgm:presLayoutVars>
          <dgm:bulletEnabled val="1"/>
        </dgm:presLayoutVars>
      </dgm:prSet>
      <dgm:spPr/>
    </dgm:pt>
    <dgm:pt modelId="{CFD3F545-26A2-481E-8060-C1D260EF5739}" type="pres">
      <dgm:prSet presAssocID="{73F50396-F983-4308-AA52-8CADC35B3986}" presName="spacing" presStyleCnt="0"/>
      <dgm:spPr/>
    </dgm:pt>
    <dgm:pt modelId="{CD5BAB16-A9CC-4EAE-9741-D3ABE18D838E}" type="pres">
      <dgm:prSet presAssocID="{EB86FCC6-E24D-49DB-9E4F-6350EC162C57}" presName="composite" presStyleCnt="0"/>
      <dgm:spPr/>
    </dgm:pt>
    <dgm:pt modelId="{D4F13006-DFC5-4AF6-B6BE-51B374BC1664}" type="pres">
      <dgm:prSet presAssocID="{EB86FCC6-E24D-49DB-9E4F-6350EC162C57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ниги со сплошной заливкой"/>
        </a:ext>
      </dgm:extLst>
    </dgm:pt>
    <dgm:pt modelId="{209DB4F6-79A5-4A44-AE0F-BE19443E3C19}" type="pres">
      <dgm:prSet presAssocID="{EB86FCC6-E24D-49DB-9E4F-6350EC162C57}" presName="txShp" presStyleLbl="node1" presStyleIdx="4" presStyleCnt="5" custScaleX="83433">
        <dgm:presLayoutVars>
          <dgm:bulletEnabled val="1"/>
        </dgm:presLayoutVars>
      </dgm:prSet>
      <dgm:spPr/>
    </dgm:pt>
  </dgm:ptLst>
  <dgm:cxnLst>
    <dgm:cxn modelId="{F6147D13-958B-4D57-96EF-C6A2322287A0}" srcId="{F7E5F04F-3CC4-4C42-9238-179537F19223}" destId="{BC269589-2F38-40DF-BE8F-B7354A40E3D9}" srcOrd="1" destOrd="0" parTransId="{0015B8BE-A2C9-48EA-BDAF-45B2CF6EEA57}" sibTransId="{4308AFC3-2043-4D35-9403-07621569A94B}"/>
    <dgm:cxn modelId="{33CB882E-49BE-4F06-9CF5-5DEA1F64667F}" type="presOf" srcId="{EB86FCC6-E24D-49DB-9E4F-6350EC162C57}" destId="{209DB4F6-79A5-4A44-AE0F-BE19443E3C19}" srcOrd="0" destOrd="0" presId="urn:microsoft.com/office/officeart/2005/8/layout/vList3"/>
    <dgm:cxn modelId="{0B949836-0F10-4F89-BB99-231820CABA1D}" type="presOf" srcId="{F336AB0D-E702-43AD-ADB1-676F72DACCA4}" destId="{7B1653AF-95B1-4CDC-A25F-210FEA836565}" srcOrd="0" destOrd="0" presId="urn:microsoft.com/office/officeart/2005/8/layout/vList3"/>
    <dgm:cxn modelId="{FDEF8F3E-7D41-48BF-BC37-8D11986F4101}" type="presOf" srcId="{F7E5F04F-3CC4-4C42-9238-179537F19223}" destId="{5556399B-924A-40F2-A5D6-8B398553CA63}" srcOrd="0" destOrd="0" presId="urn:microsoft.com/office/officeart/2005/8/layout/vList3"/>
    <dgm:cxn modelId="{75385F4A-7D54-44EA-8B36-7C539AF3D4A5}" srcId="{F7E5F04F-3CC4-4C42-9238-179537F19223}" destId="{181CA7C9-A9F1-45F9-9423-DE18E9009123}" srcOrd="0" destOrd="0" parTransId="{D2E48E72-F0EB-4918-932E-5448DF43F221}" sibTransId="{23DA2C3E-00E5-4CCE-8F23-BD9D1F11EC0A}"/>
    <dgm:cxn modelId="{FE282E96-8A7E-4817-86F3-1F5350FF7755}" srcId="{F7E5F04F-3CC4-4C42-9238-179537F19223}" destId="{EB86FCC6-E24D-49DB-9E4F-6350EC162C57}" srcOrd="4" destOrd="0" parTransId="{78EE6FA6-16D9-4DA3-A08B-7457092CEEFB}" sibTransId="{967EC549-078F-40EC-8F29-F9D0E0621CA3}"/>
    <dgm:cxn modelId="{854F1499-4AA8-4FB7-BB65-B2E513F8021D}" type="presOf" srcId="{181CA7C9-A9F1-45F9-9423-DE18E9009123}" destId="{BB2BEEDE-883F-4CEE-ACA1-F1FED023938E}" srcOrd="0" destOrd="0" presId="urn:microsoft.com/office/officeart/2005/8/layout/vList3"/>
    <dgm:cxn modelId="{B166B4A4-0C38-4488-8E6E-BE5D0B62C0CE}" type="presOf" srcId="{BC269589-2F38-40DF-BE8F-B7354A40E3D9}" destId="{12E4F789-CE0A-4375-B7E1-43691FDD6213}" srcOrd="0" destOrd="0" presId="urn:microsoft.com/office/officeart/2005/8/layout/vList3"/>
    <dgm:cxn modelId="{77C478E5-8468-4436-8CB4-4F58F26B193B}" type="presOf" srcId="{6712D703-D2AA-4FF9-876E-F4D1B0420DCE}" destId="{2A21B65F-E311-4B0C-A72E-F0450630979B}" srcOrd="0" destOrd="0" presId="urn:microsoft.com/office/officeart/2005/8/layout/vList3"/>
    <dgm:cxn modelId="{839120E9-D13C-4B1F-833D-EF6CAA47569D}" srcId="{F7E5F04F-3CC4-4C42-9238-179537F19223}" destId="{6712D703-D2AA-4FF9-876E-F4D1B0420DCE}" srcOrd="2" destOrd="0" parTransId="{6BA857A3-5C3E-4114-90F1-1E858A3FE658}" sibTransId="{B6819F4A-A79E-4FF6-9F7D-5B2312211ECC}"/>
    <dgm:cxn modelId="{5111ECED-148D-472B-9BAC-B977ECA76560}" srcId="{F7E5F04F-3CC4-4C42-9238-179537F19223}" destId="{F336AB0D-E702-43AD-ADB1-676F72DACCA4}" srcOrd="3" destOrd="0" parTransId="{B4144B0B-2A66-4299-AC6A-05C8ED00A195}" sibTransId="{73F50396-F983-4308-AA52-8CADC35B3986}"/>
    <dgm:cxn modelId="{89D581D7-809D-4112-A9A1-59D464461BD9}" type="presParOf" srcId="{5556399B-924A-40F2-A5D6-8B398553CA63}" destId="{15336C89-CEFA-470F-A297-9A1F4589FC94}" srcOrd="0" destOrd="0" presId="urn:microsoft.com/office/officeart/2005/8/layout/vList3"/>
    <dgm:cxn modelId="{FA34FE14-55D7-4F87-A570-4385EE5B4C99}" type="presParOf" srcId="{15336C89-CEFA-470F-A297-9A1F4589FC94}" destId="{B18CFF70-3A58-470E-9650-55B74D7EB1CA}" srcOrd="0" destOrd="0" presId="urn:microsoft.com/office/officeart/2005/8/layout/vList3"/>
    <dgm:cxn modelId="{2E524482-96B0-4D73-B0E4-6E7857FB1EAF}" type="presParOf" srcId="{15336C89-CEFA-470F-A297-9A1F4589FC94}" destId="{BB2BEEDE-883F-4CEE-ACA1-F1FED023938E}" srcOrd="1" destOrd="0" presId="urn:microsoft.com/office/officeart/2005/8/layout/vList3"/>
    <dgm:cxn modelId="{94C3366F-03C9-4391-A80F-1EADBF5BB141}" type="presParOf" srcId="{5556399B-924A-40F2-A5D6-8B398553CA63}" destId="{C08F23E0-454F-4876-9F43-1D034B794771}" srcOrd="1" destOrd="0" presId="urn:microsoft.com/office/officeart/2005/8/layout/vList3"/>
    <dgm:cxn modelId="{F5866DAA-5B9B-4382-B69A-7B6A95611366}" type="presParOf" srcId="{5556399B-924A-40F2-A5D6-8B398553CA63}" destId="{3A57D389-4F24-4BE5-BA66-779068A3B23E}" srcOrd="2" destOrd="0" presId="urn:microsoft.com/office/officeart/2005/8/layout/vList3"/>
    <dgm:cxn modelId="{0BA7646C-9512-46CE-8E26-DC8E386A6B19}" type="presParOf" srcId="{3A57D389-4F24-4BE5-BA66-779068A3B23E}" destId="{1C18D264-2458-4FE0-A5DC-F891E070AFEC}" srcOrd="0" destOrd="0" presId="urn:microsoft.com/office/officeart/2005/8/layout/vList3"/>
    <dgm:cxn modelId="{7D250E09-E0FB-4E68-A437-92EBB4BC2112}" type="presParOf" srcId="{3A57D389-4F24-4BE5-BA66-779068A3B23E}" destId="{12E4F789-CE0A-4375-B7E1-43691FDD6213}" srcOrd="1" destOrd="0" presId="urn:microsoft.com/office/officeart/2005/8/layout/vList3"/>
    <dgm:cxn modelId="{6A4BA188-4022-43C1-BF22-4B160E3EE5C7}" type="presParOf" srcId="{5556399B-924A-40F2-A5D6-8B398553CA63}" destId="{5697D2CF-5D55-48EB-A775-E444884CED6B}" srcOrd="3" destOrd="0" presId="urn:microsoft.com/office/officeart/2005/8/layout/vList3"/>
    <dgm:cxn modelId="{A770F93E-1892-4D12-9DB7-482F704D602D}" type="presParOf" srcId="{5556399B-924A-40F2-A5D6-8B398553CA63}" destId="{801F9968-E1A1-432F-8D63-33AB7154D74C}" srcOrd="4" destOrd="0" presId="urn:microsoft.com/office/officeart/2005/8/layout/vList3"/>
    <dgm:cxn modelId="{5C892208-CCAE-45CD-A243-D0D7E937D500}" type="presParOf" srcId="{801F9968-E1A1-432F-8D63-33AB7154D74C}" destId="{5193DD85-39D7-4582-9361-DFDB932B0C92}" srcOrd="0" destOrd="0" presId="urn:microsoft.com/office/officeart/2005/8/layout/vList3"/>
    <dgm:cxn modelId="{7832E710-FAD2-466A-A91B-003CCAAE7437}" type="presParOf" srcId="{801F9968-E1A1-432F-8D63-33AB7154D74C}" destId="{2A21B65F-E311-4B0C-A72E-F0450630979B}" srcOrd="1" destOrd="0" presId="urn:microsoft.com/office/officeart/2005/8/layout/vList3"/>
    <dgm:cxn modelId="{7F3D4B64-B3FC-4966-8448-42382342E8D1}" type="presParOf" srcId="{5556399B-924A-40F2-A5D6-8B398553CA63}" destId="{6A994E3B-CDF4-4B19-A3F8-51AECDAE88BF}" srcOrd="5" destOrd="0" presId="urn:microsoft.com/office/officeart/2005/8/layout/vList3"/>
    <dgm:cxn modelId="{F066A928-3156-4469-9AC9-933A36CC276F}" type="presParOf" srcId="{5556399B-924A-40F2-A5D6-8B398553CA63}" destId="{94332604-D384-4970-A9FA-FF753658F411}" srcOrd="6" destOrd="0" presId="urn:microsoft.com/office/officeart/2005/8/layout/vList3"/>
    <dgm:cxn modelId="{CB11AEDE-1777-43E1-9DBB-DB34869E1A19}" type="presParOf" srcId="{94332604-D384-4970-A9FA-FF753658F411}" destId="{04106222-3AA0-4E21-AB0B-615DB014FAE0}" srcOrd="0" destOrd="0" presId="urn:microsoft.com/office/officeart/2005/8/layout/vList3"/>
    <dgm:cxn modelId="{F6B5D3E7-4F79-481B-A4E5-11EA57646DFC}" type="presParOf" srcId="{94332604-D384-4970-A9FA-FF753658F411}" destId="{7B1653AF-95B1-4CDC-A25F-210FEA836565}" srcOrd="1" destOrd="0" presId="urn:microsoft.com/office/officeart/2005/8/layout/vList3"/>
    <dgm:cxn modelId="{E911BF7F-1644-4139-A63F-5156A77BA556}" type="presParOf" srcId="{5556399B-924A-40F2-A5D6-8B398553CA63}" destId="{CFD3F545-26A2-481E-8060-C1D260EF5739}" srcOrd="7" destOrd="0" presId="urn:microsoft.com/office/officeart/2005/8/layout/vList3"/>
    <dgm:cxn modelId="{9405FB9B-E2F3-46DA-A9F4-B05367878A5A}" type="presParOf" srcId="{5556399B-924A-40F2-A5D6-8B398553CA63}" destId="{CD5BAB16-A9CC-4EAE-9741-D3ABE18D838E}" srcOrd="8" destOrd="0" presId="urn:microsoft.com/office/officeart/2005/8/layout/vList3"/>
    <dgm:cxn modelId="{817F5B4E-C1B4-41D2-9702-DC037185123A}" type="presParOf" srcId="{CD5BAB16-A9CC-4EAE-9741-D3ABE18D838E}" destId="{D4F13006-DFC5-4AF6-B6BE-51B374BC1664}" srcOrd="0" destOrd="0" presId="urn:microsoft.com/office/officeart/2005/8/layout/vList3"/>
    <dgm:cxn modelId="{FCC2B6D5-4479-4B25-A87A-D40268200165}" type="presParOf" srcId="{CD5BAB16-A9CC-4EAE-9741-D3ABE18D838E}" destId="{209DB4F6-79A5-4A44-AE0F-BE19443E3C1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EE7C7-90A4-4A8A-8B86-72E678D96544}">
      <dsp:nvSpPr>
        <dsp:cNvPr id="0" name=""/>
        <dsp:cNvSpPr/>
      </dsp:nvSpPr>
      <dsp:spPr>
        <a:xfrm>
          <a:off x="0" y="913687"/>
          <a:ext cx="6281738" cy="1819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533" tIns="437388" rIns="48753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Аутентификация пользователей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CRUD </a:t>
          </a:r>
          <a:r>
            <a:rPr lang="ru-RU" sz="2100" kern="1200" dirty="0"/>
            <a:t>операции с мастерскими, мастерами, автомобилями, заказами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Формирование ответов на запросы</a:t>
          </a:r>
        </a:p>
      </dsp:txBody>
      <dsp:txXfrm>
        <a:off x="0" y="913687"/>
        <a:ext cx="6281738" cy="1819125"/>
      </dsp:txXfrm>
    </dsp:sp>
    <dsp:sp modelId="{A1CAA481-BFC8-4754-9592-4F046C86312D}">
      <dsp:nvSpPr>
        <dsp:cNvPr id="0" name=""/>
        <dsp:cNvSpPr/>
      </dsp:nvSpPr>
      <dsp:spPr>
        <a:xfrm>
          <a:off x="314086" y="603727"/>
          <a:ext cx="4397216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204" tIns="0" rIns="16620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Функциональные требования</a:t>
          </a:r>
        </a:p>
      </dsp:txBody>
      <dsp:txXfrm>
        <a:off x="344348" y="633989"/>
        <a:ext cx="4336692" cy="559396"/>
      </dsp:txXfrm>
    </dsp:sp>
    <dsp:sp modelId="{69B6966A-AB39-4646-9EE1-C19AC333E325}">
      <dsp:nvSpPr>
        <dsp:cNvPr id="0" name=""/>
        <dsp:cNvSpPr/>
      </dsp:nvSpPr>
      <dsp:spPr>
        <a:xfrm>
          <a:off x="0" y="3156172"/>
          <a:ext cx="6281738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533" tIns="437388" rIns="48753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Надёжность: обработка ошибок, валидация данных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Безопасность: разграничение прав</a:t>
          </a:r>
        </a:p>
      </dsp:txBody>
      <dsp:txXfrm>
        <a:off x="0" y="3156172"/>
        <a:ext cx="6281738" cy="1488374"/>
      </dsp:txXfrm>
    </dsp:sp>
    <dsp:sp modelId="{69FC02AF-9DDA-4AD7-95B5-0FA63C88DCEB}">
      <dsp:nvSpPr>
        <dsp:cNvPr id="0" name=""/>
        <dsp:cNvSpPr/>
      </dsp:nvSpPr>
      <dsp:spPr>
        <a:xfrm>
          <a:off x="314086" y="2846212"/>
          <a:ext cx="4397216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204" tIns="0" rIns="16620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Нефункциональные требования</a:t>
          </a:r>
        </a:p>
      </dsp:txBody>
      <dsp:txXfrm>
        <a:off x="344348" y="2876474"/>
        <a:ext cx="4336692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7E4FE-B9D6-44C4-ABED-18D1D3CA515A}">
      <dsp:nvSpPr>
        <dsp:cNvPr id="0" name=""/>
        <dsp:cNvSpPr/>
      </dsp:nvSpPr>
      <dsp:spPr>
        <a:xfrm>
          <a:off x="27" y="64604"/>
          <a:ext cx="2640714" cy="46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Таблицы</a:t>
          </a:r>
        </a:p>
      </dsp:txBody>
      <dsp:txXfrm>
        <a:off x="27" y="64604"/>
        <a:ext cx="2640714" cy="460800"/>
      </dsp:txXfrm>
    </dsp:sp>
    <dsp:sp modelId="{BBB1F350-874C-4FF4-85D0-0A68B1CAD7A6}">
      <dsp:nvSpPr>
        <dsp:cNvPr id="0" name=""/>
        <dsp:cNvSpPr/>
      </dsp:nvSpPr>
      <dsp:spPr>
        <a:xfrm>
          <a:off x="27" y="525404"/>
          <a:ext cx="2640714" cy="2152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Workshops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Brands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Masters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Repairs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Orders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Workshop_brands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" y="525404"/>
        <a:ext cx="2640714" cy="2152080"/>
      </dsp:txXfrm>
    </dsp:sp>
    <dsp:sp modelId="{599B2239-18B2-4A16-903F-530763757CD6}">
      <dsp:nvSpPr>
        <dsp:cNvPr id="0" name=""/>
        <dsp:cNvSpPr/>
      </dsp:nvSpPr>
      <dsp:spPr>
        <a:xfrm>
          <a:off x="3010442" y="64604"/>
          <a:ext cx="2640714" cy="46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Связи</a:t>
          </a:r>
        </a:p>
      </dsp:txBody>
      <dsp:txXfrm>
        <a:off x="3010442" y="64604"/>
        <a:ext cx="2640714" cy="460800"/>
      </dsp:txXfrm>
    </dsp:sp>
    <dsp:sp modelId="{FA77EC6A-6FE9-4BC3-8535-91ECF49AEFE7}">
      <dsp:nvSpPr>
        <dsp:cNvPr id="0" name=""/>
        <dsp:cNvSpPr/>
      </dsp:nvSpPr>
      <dsp:spPr>
        <a:xfrm>
          <a:off x="3010442" y="525404"/>
          <a:ext cx="2640714" cy="2152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8 foreign keys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Связь «многие ко многим»</a:t>
          </a:r>
        </a:p>
      </dsp:txBody>
      <dsp:txXfrm>
        <a:off x="3010442" y="525404"/>
        <a:ext cx="2640714" cy="2152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BEEDE-883F-4CEE-ACA1-F1FED023938E}">
      <dsp:nvSpPr>
        <dsp:cNvPr id="0" name=""/>
        <dsp:cNvSpPr/>
      </dsp:nvSpPr>
      <dsp:spPr>
        <a:xfrm rot="10800000">
          <a:off x="2609398" y="1806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Реализованы все требования варианта №10</a:t>
          </a:r>
        </a:p>
      </dsp:txBody>
      <dsp:txXfrm rot="10800000">
        <a:off x="2821080" y="1806"/>
        <a:ext cx="5106890" cy="846728"/>
      </dsp:txXfrm>
    </dsp:sp>
    <dsp:sp modelId="{B18CFF70-3A58-470E-9650-55B74D7EB1CA}">
      <dsp:nvSpPr>
        <dsp:cNvPr id="0" name=""/>
        <dsp:cNvSpPr/>
      </dsp:nvSpPr>
      <dsp:spPr>
        <a:xfrm>
          <a:off x="1657988" y="1806"/>
          <a:ext cx="846728" cy="8467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4F789-CE0A-4375-B7E1-43691FDD6213}">
      <dsp:nvSpPr>
        <dsp:cNvPr id="0" name=""/>
        <dsp:cNvSpPr/>
      </dsp:nvSpPr>
      <dsp:spPr>
        <a:xfrm rot="10800000">
          <a:off x="2609398" y="1101289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Создана БД из 8 таблиц</a:t>
          </a:r>
        </a:p>
      </dsp:txBody>
      <dsp:txXfrm rot="10800000">
        <a:off x="2821080" y="1101289"/>
        <a:ext cx="5106890" cy="846728"/>
      </dsp:txXfrm>
    </dsp:sp>
    <dsp:sp modelId="{1C18D264-2458-4FE0-A5DC-F891E070AFEC}">
      <dsp:nvSpPr>
        <dsp:cNvPr id="0" name=""/>
        <dsp:cNvSpPr/>
      </dsp:nvSpPr>
      <dsp:spPr>
        <a:xfrm>
          <a:off x="1657988" y="1101289"/>
          <a:ext cx="846728" cy="84672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1B65F-E311-4B0C-A72E-F0450630979B}">
      <dsp:nvSpPr>
        <dsp:cNvPr id="0" name=""/>
        <dsp:cNvSpPr/>
      </dsp:nvSpPr>
      <dsp:spPr>
        <a:xfrm rot="10800000">
          <a:off x="2609398" y="2200773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Разработано приложение на С</a:t>
          </a:r>
        </a:p>
      </dsp:txBody>
      <dsp:txXfrm rot="10800000">
        <a:off x="2821080" y="2200773"/>
        <a:ext cx="5106890" cy="846728"/>
      </dsp:txXfrm>
    </dsp:sp>
    <dsp:sp modelId="{5193DD85-39D7-4582-9361-DFDB932B0C92}">
      <dsp:nvSpPr>
        <dsp:cNvPr id="0" name=""/>
        <dsp:cNvSpPr/>
      </dsp:nvSpPr>
      <dsp:spPr>
        <a:xfrm>
          <a:off x="1657988" y="2200773"/>
          <a:ext cx="846728" cy="84672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653AF-95B1-4CDC-A25F-210FEA836565}">
      <dsp:nvSpPr>
        <dsp:cNvPr id="0" name=""/>
        <dsp:cNvSpPr/>
      </dsp:nvSpPr>
      <dsp:spPr>
        <a:xfrm rot="10800000">
          <a:off x="2609398" y="3300256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Настроена автоматическая сборка через </a:t>
          </a:r>
          <a:r>
            <a:rPr lang="en-US" sz="2400" kern="1200" dirty="0"/>
            <a:t>GitHub Actions</a:t>
          </a:r>
          <a:endParaRPr lang="ru-RU" sz="2400" kern="1200" dirty="0"/>
        </a:p>
      </dsp:txBody>
      <dsp:txXfrm rot="10800000">
        <a:off x="2821080" y="3300256"/>
        <a:ext cx="5106890" cy="846728"/>
      </dsp:txXfrm>
    </dsp:sp>
    <dsp:sp modelId="{04106222-3AA0-4E21-AB0B-615DB014FAE0}">
      <dsp:nvSpPr>
        <dsp:cNvPr id="0" name=""/>
        <dsp:cNvSpPr/>
      </dsp:nvSpPr>
      <dsp:spPr>
        <a:xfrm>
          <a:off x="1657988" y="3300256"/>
          <a:ext cx="846728" cy="84672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DB4F6-79A5-4A44-AE0F-BE19443E3C19}">
      <dsp:nvSpPr>
        <dsp:cNvPr id="0" name=""/>
        <dsp:cNvSpPr/>
      </dsp:nvSpPr>
      <dsp:spPr>
        <a:xfrm rot="10800000">
          <a:off x="2609398" y="4399740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Создана документация в </a:t>
          </a:r>
          <a:r>
            <a:rPr lang="en-US" sz="2400" kern="1200" dirty="0"/>
            <a:t>wiki </a:t>
          </a:r>
          <a:r>
            <a:rPr lang="ru-RU" sz="2400" kern="1200" dirty="0"/>
            <a:t>и </a:t>
          </a:r>
          <a:r>
            <a:rPr lang="en-US" sz="2400" kern="1200" dirty="0"/>
            <a:t>GitHub Pages</a:t>
          </a:r>
          <a:endParaRPr lang="ru-RU" sz="2400" kern="1200" dirty="0"/>
        </a:p>
      </dsp:txBody>
      <dsp:txXfrm rot="10800000">
        <a:off x="2821080" y="4399740"/>
        <a:ext cx="5106890" cy="846728"/>
      </dsp:txXfrm>
    </dsp:sp>
    <dsp:sp modelId="{D4F13006-DFC5-4AF6-B6BE-51B374BC1664}">
      <dsp:nvSpPr>
        <dsp:cNvPr id="0" name=""/>
        <dsp:cNvSpPr/>
      </dsp:nvSpPr>
      <dsp:spPr>
        <a:xfrm>
          <a:off x="1657988" y="4399740"/>
          <a:ext cx="846728" cy="846728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58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85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3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86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83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8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5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3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1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5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F1154-DCDE-47C2-A0B2-212051BC9EAA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89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kZorin/CopyBarA-2" TargetMode="External"/><Relationship Id="rId2" Type="http://schemas.openxmlformats.org/officeDocument/2006/relationships/hyperlink" Target="https://github.com/fpmi-tpmp2026/tpmp-gr10a-lab4-copybar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9CC08-82C3-4AE5-8BCC-94452B943B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Автомастерские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1EB27D-711C-4910-875D-7BBB3EF365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10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Авторы: Петров Е. А., Зорин Д. О.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10а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Дата: 14.04.2026</a:t>
            </a:r>
          </a:p>
        </p:txBody>
      </p:sp>
    </p:spTree>
    <p:extLst>
      <p:ext uri="{BB962C8B-B14F-4D97-AF65-F5344CB8AC3E}">
        <p14:creationId xmlns:p14="http://schemas.microsoft.com/office/powerpoint/2010/main" val="356433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3F3DD-83A5-47BC-864C-80379ED5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задач в команде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3EF1133-05B3-46CF-88A9-C31361D17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881125"/>
              </p:ext>
            </p:extLst>
          </p:nvPr>
        </p:nvGraphicFramePr>
        <p:xfrm>
          <a:off x="5208041" y="1247048"/>
          <a:ext cx="6281736" cy="4363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912">
                  <a:extLst>
                    <a:ext uri="{9D8B030D-6E8A-4147-A177-3AD203B41FA5}">
                      <a16:colId xmlns:a16="http://schemas.microsoft.com/office/drawing/2014/main" val="3339457729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1095418474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3058569452"/>
                    </a:ext>
                  </a:extLst>
                </a:gridCol>
              </a:tblGrid>
              <a:tr h="740713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Выполненные задачи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95149"/>
                  </a:ext>
                </a:extLst>
              </a:tr>
              <a:tr h="1787879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 Егор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Тимлид, 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UML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диаграммы, тестирование, приложение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313023"/>
                  </a:ext>
                </a:extLst>
              </a:tr>
              <a:tr h="1835311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Зорин Даниил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БД, документация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wiki, GitHub Pages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396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46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AF63F-36DE-4BF3-B567-082F529E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приложению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9D5D799-AD8F-4BEA-800B-557421EFB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337566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95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422ED-51CE-49D6-8838-099EF87F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E9245D1-A586-44FD-9C62-B96FC8F3C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92"/>
          <a:stretch/>
        </p:blipFill>
        <p:spPr>
          <a:xfrm>
            <a:off x="5102163" y="492177"/>
            <a:ext cx="6374570" cy="2936823"/>
          </a:xfrm>
        </p:spPr>
      </p:pic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EC3286D5-0CDE-4535-B1F1-D4E568E1CB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106203"/>
              </p:ext>
            </p:extLst>
          </p:nvPr>
        </p:nvGraphicFramePr>
        <p:xfrm>
          <a:off x="5463857" y="3623733"/>
          <a:ext cx="5651184" cy="2742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470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EBC0D-4FC1-4B76-BFAC-4D61F72F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репозиториев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8CC3A28-C2E9-4946-BB8A-553AB1AEA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459673"/>
              </p:ext>
            </p:extLst>
          </p:nvPr>
        </p:nvGraphicFramePr>
        <p:xfrm>
          <a:off x="4846320" y="1427454"/>
          <a:ext cx="6629716" cy="370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945">
                  <a:extLst>
                    <a:ext uri="{9D8B030D-6E8A-4147-A177-3AD203B41FA5}">
                      <a16:colId xmlns:a16="http://schemas.microsoft.com/office/drawing/2014/main" val="2136410278"/>
                    </a:ext>
                  </a:extLst>
                </a:gridCol>
                <a:gridCol w="1885655">
                  <a:extLst>
                    <a:ext uri="{9D8B030D-6E8A-4147-A177-3AD203B41FA5}">
                      <a16:colId xmlns:a16="http://schemas.microsoft.com/office/drawing/2014/main" val="478831470"/>
                    </a:ext>
                  </a:extLst>
                </a:gridCol>
                <a:gridCol w="2972116">
                  <a:extLst>
                    <a:ext uri="{9D8B030D-6E8A-4147-A177-3AD203B41FA5}">
                      <a16:colId xmlns:a16="http://schemas.microsoft.com/office/drawing/2014/main" val="983379888"/>
                    </a:ext>
                  </a:extLst>
                </a:gridCol>
              </a:tblGrid>
              <a:tr h="599466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19438"/>
                  </a:ext>
                </a:extLst>
              </a:tr>
              <a:tr h="1551968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Первый 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Документация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wiki, README.md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https://github.com/fpmi-tpmp2026/tpmp-gr10a-lab4-copybara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621947"/>
                  </a:ext>
                </a:extLst>
              </a:tr>
              <a:tr h="1551968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Второй 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проекта,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CI/CD, GitHub Pages, unit-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https://github.com/DanikZorin/CopyBarA-2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141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78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592D34-36FE-4AB3-BB82-D667D6B0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6002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Аутентификация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6B5685-4A22-4F6E-AB34-90F2A38F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797" y="1184597"/>
            <a:ext cx="5861671" cy="448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3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>
                <a:cs typeface="Times New Roman" panose="02020603050405020304" pitchFamily="18" charset="0"/>
              </a:rPr>
              <a:t>По указанной автомастерской – перечень выполненных работ каждым мастером за указанный период</a:t>
            </a:r>
            <a:endParaRPr lang="ru-RU" sz="54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23B381-460A-4EB6-9CED-DE8CFC7F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317" y="2127970"/>
            <a:ext cx="7229252" cy="26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4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указанному мастеру – сведения о выполненных ремонтах и отремонтированных автомашинах</a:t>
            </a:r>
            <a:endParaRPr lang="ru-RU" sz="80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E290C3-DB83-43D7-BC6C-AC2CCC4C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59" y="2349925"/>
            <a:ext cx="7387341" cy="199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4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каждой марке отремонтированных машин – сведения о номерах автомастерских, датах и видах ремонта, фамилиях мастеров</a:t>
            </a:r>
            <a:endParaRPr lang="ru-RU" sz="233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1D0915-604C-43BA-81E8-AC74A308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54" y="1673923"/>
            <a:ext cx="7238934" cy="35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8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каждой автомастерской – сведения об общем количестве проведенных ремонтов и общей выручке</a:t>
            </a:r>
            <a:endParaRPr lang="ru-RU" sz="812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B4044A-13DC-494B-BD36-D68E53CF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708" y="2469321"/>
            <a:ext cx="5847764" cy="191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6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500" dirty="0"/>
              <a:t>По автомастерской с наибольшим количеством ремонтов – все сведения о проведенных ремонтах и отремонтированных машинах</a:t>
            </a:r>
            <a:endParaRPr lang="ru-RU" sz="25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11B6FF-00AC-46DE-8309-56EFBDCE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08" y="2667744"/>
            <a:ext cx="7632992" cy="152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8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800" dirty="0"/>
              <a:t>CRUD </a:t>
            </a:r>
            <a:r>
              <a:rPr lang="ru-RU" sz="4800" dirty="0"/>
              <a:t>операции</a:t>
            </a:r>
            <a:endParaRPr lang="ru-RU" sz="48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4C084B-1261-4EB2-B660-3168A196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553" y="746098"/>
            <a:ext cx="7542447" cy="5538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88460D-7A68-4C73-A245-D187876D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52" y="1466236"/>
            <a:ext cx="4938947" cy="30206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E6F02C-35B9-4E95-9E8C-79B66D18E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51" y="4653108"/>
            <a:ext cx="6929625" cy="55389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07F1297-AEEE-4508-8032-F93EAB380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551" y="5391764"/>
            <a:ext cx="5679276" cy="72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1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500" dirty="0"/>
              <a:t>На указанную дату выводит информацию о количество выполненных работ для указанной мастерской</a:t>
            </a:r>
            <a:endParaRPr lang="ru-RU" sz="25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D17BB0-172A-4FB5-B7AF-FBA85D1C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40" y="2556631"/>
            <a:ext cx="4879088" cy="17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8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8DD01-A4FA-4D0A-919B-C967D5E9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0DD5D6-B2F1-46F9-9BB0-F51681D0A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273028"/>
              </p:ext>
            </p:extLst>
          </p:nvPr>
        </p:nvGraphicFramePr>
        <p:xfrm>
          <a:off x="3413760" y="804862"/>
          <a:ext cx="9585960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355674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188</TotalTime>
  <Words>271</Words>
  <Application>Microsoft Office PowerPoint</Application>
  <PresentationFormat>Широкоэкранный</PresentationFormat>
  <Paragraphs>61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 Light</vt:lpstr>
      <vt:lpstr>Rockwell</vt:lpstr>
      <vt:lpstr>Times New Roman</vt:lpstr>
      <vt:lpstr>Wingdings</vt:lpstr>
      <vt:lpstr>Атлас</vt:lpstr>
      <vt:lpstr>Автомастерские</vt:lpstr>
      <vt:lpstr>Распределение задач в команде</vt:lpstr>
      <vt:lpstr>Требования к приложению</vt:lpstr>
      <vt:lpstr>Схема базы данных</vt:lpstr>
      <vt:lpstr>Структура репозиториев</vt:lpstr>
      <vt:lpstr>Демонстрация работы приложения</vt:lpstr>
      <vt:lpstr>Аутентификация</vt:lpstr>
      <vt:lpstr>По указанной автомастерской – перечень выполненных работ каждым мастером за указанный период</vt:lpstr>
      <vt:lpstr>По указанному мастеру – сведения о выполненных ремонтах и отремонтированных автомашинах</vt:lpstr>
      <vt:lpstr>По каждой марке отремонтированных машин – сведения о номерах автомастерских, датах и видах ремонта, фамилиях мастеров</vt:lpstr>
      <vt:lpstr>По каждой автомастерской – сведения об общем количестве проведенных ремонтов и общей выручке</vt:lpstr>
      <vt:lpstr>По автомастерской с наибольшим количеством ремонтов – все сведения о проведенных ремонтах и отремонтированных машинах</vt:lpstr>
      <vt:lpstr>CRUD операции</vt:lpstr>
      <vt:lpstr>На указанную дату выводит информацию о количество выполненных работ для указанной мастерской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Автомастерские</dc:title>
  <dc:creator>Егор Петров</dc:creator>
  <cp:lastModifiedBy>Егор Петров</cp:lastModifiedBy>
  <cp:revision>16</cp:revision>
  <dcterms:created xsi:type="dcterms:W3CDTF">2026-04-14T15:21:47Z</dcterms:created>
  <dcterms:modified xsi:type="dcterms:W3CDTF">2026-04-19T09:45:30Z</dcterms:modified>
</cp:coreProperties>
</file>